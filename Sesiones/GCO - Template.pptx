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  <p:sldMasterId id="2147483683" r:id="rId6"/>
  </p:sldMasterIdLst>
  <p:notesMasterIdLst>
    <p:notesMasterId r:id="rId18"/>
  </p:notesMasterIdLst>
  <p:sldIdLst>
    <p:sldId id="410" r:id="rId7"/>
    <p:sldId id="610" r:id="rId8"/>
    <p:sldId id="512" r:id="rId9"/>
    <p:sldId id="661" r:id="rId10"/>
    <p:sldId id="665" r:id="rId11"/>
    <p:sldId id="625" r:id="rId12"/>
    <p:sldId id="663" r:id="rId13"/>
    <p:sldId id="664" r:id="rId14"/>
    <p:sldId id="631" r:id="rId15"/>
    <p:sldId id="662" r:id="rId16"/>
    <p:sldId id="657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ento Cierre 2024" id="{5CB8353B-459B-49FC-B0D3-3EF52A594836}">
          <p14:sldIdLst>
            <p14:sldId id="410"/>
            <p14:sldId id="610"/>
            <p14:sldId id="512"/>
            <p14:sldId id="661"/>
            <p14:sldId id="665"/>
            <p14:sldId id="625"/>
            <p14:sldId id="663"/>
            <p14:sldId id="664"/>
            <p14:sldId id="631"/>
            <p14:sldId id="662"/>
            <p14:sldId id="6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050"/>
    <a:srgbClr val="DC0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8BE0A-B783-39CF-EA35-02DDC2AED11F}" v="564" dt="2026-01-28T08:58:21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73C6A-C8BB-4140-B9C3-904728301887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E81EF-020A-4257-9626-B4ED255AAE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261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0FFA-0932-91A9-8564-36A6BD2A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BC225-D8A3-5097-6FB8-4013C3697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2F8E7-E31A-5BDF-6A83-025020FC1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5E90B-2913-6349-3447-DF6228EAF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10E76-3D43-4DEA-8000-825080C4283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31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341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9920-E886-A633-9C7E-E594411C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871D2E-3E67-489C-D745-FF8282D11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1F62AC-8313-8B66-4F4F-79690A225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8A9DE8-26B2-399A-6C27-DC45C2EDE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306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BBD8-FFE6-76F8-430C-7819FD19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75ED1D-E576-23FE-A538-EE160CBFE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33E888-20FE-6D7E-7696-28BD62B74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3A28E6-ABB7-BDBB-D6F3-21FDFDA4E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10E76-3D43-4DEA-8000-825080C4283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79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285-317C-B69F-9AA8-67E635BA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4A560B-60CA-392E-3BE5-9631E9046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DCB994-02B3-BA53-68B1-B27421A8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11FAFB-5C19-4782-490A-16237CD35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83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2983-2769-AACC-BE1F-1F597EF5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C19504-3A68-24FC-07B9-15350651A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B91E23-848D-2BD0-6908-82F325788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19111A-9C18-27E2-8956-8A1C5532D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334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10E76-3D43-4DEA-8000-825080C4283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746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B85F-50D7-9A78-A231-6700BF6D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9E8D3C-4948-733E-D1F4-C0B33E08D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8E2292-2EA1-1FA3-B927-79FECE640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40BF52-776A-662E-EBE9-02E8904A9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785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310E76-3D43-4DEA-8000-825080C4283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410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5A4C-EBCB-439A-ADB3-C0B13D35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980000"/>
            <a:ext cx="10512000" cy="3933438"/>
          </a:xfrm>
        </p:spPr>
        <p:txBody>
          <a:bodyPr lIns="0">
            <a:noAutofit/>
          </a:bodyPr>
          <a:lstStyle>
            <a:lvl1pPr>
              <a:defRPr>
                <a:latin typeface="GCO" pitchFamily="2" charset="0"/>
                <a:ea typeface="GCO" pitchFamily="2" charset="0"/>
              </a:defRPr>
            </a:lvl1pPr>
            <a:lvl2pPr>
              <a:defRPr>
                <a:latin typeface="+mn-lt"/>
                <a:ea typeface="Catalana" panose="01000000000000000000" pitchFamily="50" charset="0"/>
              </a:defRPr>
            </a:lvl2pPr>
            <a:lvl3pPr>
              <a:defRPr>
                <a:latin typeface="+mn-lt"/>
                <a:ea typeface="Catalana" panose="01000000000000000000" pitchFamily="50" charset="0"/>
              </a:defRPr>
            </a:lvl3pPr>
            <a:lvl4pPr>
              <a:defRPr>
                <a:latin typeface="+mn-lt"/>
                <a:ea typeface="Catalana" panose="01000000000000000000" pitchFamily="50" charset="0"/>
              </a:defRPr>
            </a:lvl4pPr>
            <a:lvl5pPr>
              <a:defRPr>
                <a:latin typeface="+mn-lt"/>
                <a:ea typeface="Catalana" panose="01000000000000000000" pitchFamily="50" charset="0"/>
              </a:defRPr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32F775-35C1-4FE0-A11C-9709AFBE68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800" y="1435422"/>
            <a:ext cx="10512000" cy="352800"/>
          </a:xfr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s-ES" sz="1800" b="1" kern="1200" noProof="0" dirty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j-cs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subtítulo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E30770-897C-55C1-F6D0-3B1730B0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84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B06CAE-AA30-4722-A12E-EC964C1974BA}"/>
              </a:ext>
            </a:extLst>
          </p:cNvPr>
          <p:cNvSpPr/>
          <p:nvPr userDrawn="1"/>
        </p:nvSpPr>
        <p:spPr>
          <a:xfrm>
            <a:off x="0" y="0"/>
            <a:ext cx="12193200" cy="140400"/>
          </a:xfrm>
          <a:prstGeom prst="rect">
            <a:avLst/>
          </a:prstGeom>
          <a:solidFill>
            <a:schemeClr val="accent1"/>
          </a:solidFill>
          <a:ln>
            <a:solidFill>
              <a:srgbClr val="DC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70663190-0A40-3B40-9309-5AD3070FE1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800" y="2854800"/>
            <a:ext cx="10504800" cy="7308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ca-ES" sz="2800" b="1" dirty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marL="0" lvl="0"/>
            <a:r>
              <a:rPr lang="es-ES" noProof="0"/>
              <a:t>Haga clic para agregar título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221DA3E-4590-354C-A99F-73A30761CC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800" y="3808800"/>
            <a:ext cx="10504800" cy="730800"/>
          </a:xfrm>
        </p:spPr>
        <p:txBody>
          <a:bodyPr vert="horz" lIns="0" tIns="0" rIns="0" bIns="0" rtlCol="0">
            <a:noAutofit/>
          </a:bodyPr>
          <a:lstStyle>
            <a:lvl1pPr>
              <a:buFontTx/>
              <a:buNone/>
              <a:defRPr lang="ca-ES" sz="2000" b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marL="0" lvl="0" indent="0">
              <a:spcBef>
                <a:spcPct val="0"/>
              </a:spcBef>
              <a:spcAft>
                <a:spcPts val="1600"/>
              </a:spcAft>
              <a:buSzTx/>
              <a:buChar char="​"/>
            </a:pPr>
            <a:r>
              <a:rPr lang="es-ES" noProof="0"/>
              <a:t>Haga clic para agregar subtítulo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8D93CDEE-4232-C047-B70D-FA299D4E87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799" y="5065200"/>
            <a:ext cx="4050071" cy="1494000"/>
          </a:xfrm>
        </p:spPr>
        <p:txBody>
          <a:bodyPr lIns="0"/>
          <a:lstStyle>
            <a:lvl1pPr marL="0" indent="0">
              <a:spcAft>
                <a:spcPts val="0"/>
              </a:spcAft>
              <a:buFontTx/>
              <a:buNone/>
              <a:defRPr lang="en-US" sz="1400" smtClean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texto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D653385-BFCE-AF6C-C37F-8D06C1ED89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24161" y="561287"/>
            <a:ext cx="1619439" cy="5202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6842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ext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5A4C-EBCB-439A-ADB3-C0B13D35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 anchor="t" anchorCtr="0"/>
          <a:lstStyle>
            <a:lvl1pPr>
              <a:defRPr>
                <a:latin typeface="+mj-lt"/>
                <a:ea typeface="Catalana" panose="01000000000000000000" pitchFamily="50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980000"/>
            <a:ext cx="10512000" cy="3933438"/>
          </a:xfrm>
        </p:spPr>
        <p:txBody>
          <a:bodyPr lIns="0">
            <a:noAutofit/>
          </a:bodyPr>
          <a:lstStyle>
            <a:lvl1pPr>
              <a:defRPr>
                <a:latin typeface="+mn-lt"/>
                <a:ea typeface="Catalana" panose="01000000000000000000" pitchFamily="50" charset="0"/>
              </a:defRPr>
            </a:lvl1pPr>
            <a:lvl2pPr>
              <a:defRPr>
                <a:latin typeface="+mn-lt"/>
                <a:ea typeface="Catalana" panose="01000000000000000000" pitchFamily="50" charset="0"/>
              </a:defRPr>
            </a:lvl2pPr>
            <a:lvl3pPr>
              <a:defRPr>
                <a:latin typeface="+mn-lt"/>
                <a:ea typeface="Catalana" panose="01000000000000000000" pitchFamily="50" charset="0"/>
              </a:defRPr>
            </a:lvl3pPr>
            <a:lvl4pPr>
              <a:defRPr>
                <a:latin typeface="+mn-lt"/>
                <a:ea typeface="Catalana" panose="01000000000000000000" pitchFamily="50" charset="0"/>
              </a:defRPr>
            </a:lvl4pPr>
            <a:lvl5pPr>
              <a:defRPr>
                <a:latin typeface="+mn-lt"/>
                <a:ea typeface="Catalana" panose="01000000000000000000" pitchFamily="50" charset="0"/>
              </a:defRPr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66F59-58EC-48F9-8797-96F405A5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talana" panose="01000000000000000000" pitchFamily="50" charset="0"/>
                <a:ea typeface="Catalana" panose="01000000000000000000" pitchFamily="50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738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EB80AD8-EF2C-483A-8E21-A291A04AC449}"/>
              </a:ext>
            </a:extLst>
          </p:cNvPr>
          <p:cNvSpPr txBox="1">
            <a:spLocks/>
          </p:cNvSpPr>
          <p:nvPr userDrawn="1"/>
        </p:nvSpPr>
        <p:spPr>
          <a:xfrm>
            <a:off x="4513608" y="3301057"/>
            <a:ext cx="3188119" cy="35206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ca-ES" sz="2400" b="1" kern="120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_tradnl" sz="2800"/>
              <a:t>Gracias </a:t>
            </a:r>
          </a:p>
        </p:txBody>
      </p:sp>
    </p:spTree>
    <p:extLst>
      <p:ext uri="{BB962C8B-B14F-4D97-AF65-F5344CB8AC3E}">
        <p14:creationId xmlns:p14="http://schemas.microsoft.com/office/powerpoint/2010/main" val="260048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1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44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6408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2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384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170633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943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5919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826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5276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011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6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761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5A4C-EBCB-439A-ADB3-C0B13D35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980000"/>
            <a:ext cx="10512000" cy="3933438"/>
          </a:xfrm>
        </p:spPr>
        <p:txBody>
          <a:bodyPr lIns="0">
            <a:noAutofit/>
          </a:bodyPr>
          <a:lstStyle>
            <a:lvl1pPr>
              <a:defRPr>
                <a:latin typeface="GCO" pitchFamily="2" charset="0"/>
                <a:ea typeface="GCO" pitchFamily="2" charset="0"/>
              </a:defRPr>
            </a:lvl1pPr>
            <a:lvl2pPr>
              <a:defRPr>
                <a:latin typeface="+mn-lt"/>
                <a:ea typeface="Catalana" panose="01000000000000000000" pitchFamily="50" charset="0"/>
              </a:defRPr>
            </a:lvl2pPr>
            <a:lvl3pPr>
              <a:defRPr>
                <a:latin typeface="+mn-lt"/>
                <a:ea typeface="Catalana" panose="01000000000000000000" pitchFamily="50" charset="0"/>
              </a:defRPr>
            </a:lvl3pPr>
            <a:lvl4pPr>
              <a:defRPr>
                <a:latin typeface="+mn-lt"/>
                <a:ea typeface="Catalana" panose="01000000000000000000" pitchFamily="50" charset="0"/>
              </a:defRPr>
            </a:lvl4pPr>
            <a:lvl5pPr>
              <a:defRPr>
                <a:latin typeface="+mn-lt"/>
                <a:ea typeface="Catalana" panose="01000000000000000000" pitchFamily="50" charset="0"/>
              </a:defRPr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32F775-35C1-4FE0-A11C-9709AFBE68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800" y="1435422"/>
            <a:ext cx="10512000" cy="352800"/>
          </a:xfr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s-ES" sz="1800" b="1" kern="1200" noProof="0" dirty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j-cs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subtítulo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E30770-897C-55C1-F6D0-3B1730B0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7648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B06CAE-AA30-4722-A12E-EC964C1974BA}"/>
              </a:ext>
            </a:extLst>
          </p:cNvPr>
          <p:cNvSpPr/>
          <p:nvPr userDrawn="1"/>
        </p:nvSpPr>
        <p:spPr>
          <a:xfrm>
            <a:off x="0" y="0"/>
            <a:ext cx="121932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70663190-0A40-3B40-9309-5AD3070FE1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800" y="2854800"/>
            <a:ext cx="10504800" cy="7308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ca-ES" sz="2800" b="1" dirty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marL="0" lvl="0"/>
            <a:r>
              <a:rPr lang="es-ES" noProof="0"/>
              <a:t>Haga clic para agregar título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221DA3E-4590-354C-A99F-73A30761CC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800" y="3808800"/>
            <a:ext cx="10504800" cy="730800"/>
          </a:xfrm>
        </p:spPr>
        <p:txBody>
          <a:bodyPr vert="horz" lIns="0" tIns="0" rIns="0" bIns="0" rtlCol="0">
            <a:noAutofit/>
          </a:bodyPr>
          <a:lstStyle>
            <a:lvl1pPr>
              <a:buFontTx/>
              <a:buNone/>
              <a:defRPr lang="ca-ES" sz="2000" b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marL="0" lvl="0" indent="0">
              <a:spcBef>
                <a:spcPct val="0"/>
              </a:spcBef>
              <a:spcAft>
                <a:spcPts val="1600"/>
              </a:spcAft>
              <a:buSzTx/>
              <a:buChar char="​"/>
            </a:pPr>
            <a:r>
              <a:rPr lang="es-ES" noProof="0"/>
              <a:t>Haga clic para agregar subtítulo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8D93CDEE-4232-C047-B70D-FA299D4E87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799" y="5065200"/>
            <a:ext cx="4050071" cy="1494000"/>
          </a:xfrm>
        </p:spPr>
        <p:txBody>
          <a:bodyPr lIns="0"/>
          <a:lstStyle>
            <a:lvl1pPr marL="0" indent="0">
              <a:spcAft>
                <a:spcPts val="0"/>
              </a:spcAft>
              <a:buFontTx/>
              <a:buNone/>
              <a:defRPr lang="en-US" sz="1400" smtClean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texto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D653385-BFCE-AF6C-C37F-8D06C1ED89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24161" y="561287"/>
            <a:ext cx="1619439" cy="5202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948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5A4C-EBCB-439A-ADB3-C0B13D35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980000"/>
            <a:ext cx="10512000" cy="3933438"/>
          </a:xfrm>
        </p:spPr>
        <p:txBody>
          <a:bodyPr lIns="0">
            <a:noAutofit/>
          </a:bodyPr>
          <a:lstStyle>
            <a:lvl1pPr>
              <a:defRPr>
                <a:latin typeface="GCO" pitchFamily="2" charset="0"/>
                <a:ea typeface="GCO" pitchFamily="2" charset="0"/>
              </a:defRPr>
            </a:lvl1pPr>
            <a:lvl2pPr>
              <a:defRPr>
                <a:latin typeface="+mn-lt"/>
                <a:ea typeface="Catalana" panose="01000000000000000000" pitchFamily="50" charset="0"/>
              </a:defRPr>
            </a:lvl2pPr>
            <a:lvl3pPr>
              <a:defRPr>
                <a:latin typeface="+mn-lt"/>
                <a:ea typeface="Catalana" panose="01000000000000000000" pitchFamily="50" charset="0"/>
              </a:defRPr>
            </a:lvl3pPr>
            <a:lvl4pPr>
              <a:defRPr>
                <a:latin typeface="+mn-lt"/>
                <a:ea typeface="Catalana" panose="01000000000000000000" pitchFamily="50" charset="0"/>
              </a:defRPr>
            </a:lvl4pPr>
            <a:lvl5pPr>
              <a:defRPr>
                <a:latin typeface="+mn-lt"/>
                <a:ea typeface="Catalana" panose="01000000000000000000" pitchFamily="50" charset="0"/>
              </a:defRPr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8F04C-BEC5-CDD4-6D4D-83ADBFC2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2964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692998"/>
            <a:ext cx="10512000" cy="4220440"/>
          </a:xfrm>
        </p:spPr>
        <p:txBody>
          <a:bodyPr lIns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es-ES" sz="1800" kern="1200" noProof="0" dirty="0" smtClean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n-cs"/>
              </a:defRPr>
            </a:lvl1pPr>
            <a:lvl2pPr marL="630238" indent="-284163">
              <a:buClrTx/>
              <a:defRPr lang="es-ES" sz="1800" kern="1200" noProof="0" dirty="0" smtClean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n-cs"/>
              </a:defRPr>
            </a:lvl2pPr>
            <a:lvl3pPr marL="1030288" indent="-284163">
              <a:buClrTx/>
              <a:defRPr sz="160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3pPr>
            <a:lvl4pPr marL="1339850" indent="-228600">
              <a:buClrTx/>
              <a:defRPr sz="160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4pPr>
            <a:lvl5pPr marL="1643063" indent="-228600">
              <a:buClrTx/>
              <a:defRPr sz="160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  <a:p>
            <a:pPr lvl="0"/>
            <a:endParaRPr lang="es-ES" noProof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88E030-7C68-4DE6-B1DF-804B5AAC8885}"/>
              </a:ext>
            </a:extLst>
          </p:cNvPr>
          <p:cNvSpPr txBox="1"/>
          <p:nvPr userDrawn="1"/>
        </p:nvSpPr>
        <p:spPr>
          <a:xfrm>
            <a:off x="838800" y="720000"/>
            <a:ext cx="1244251" cy="4268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ca-ES" sz="2400" b="1" dirty="0">
                <a:solidFill>
                  <a:srgbClr val="000000"/>
                </a:solidFill>
                <a:latin typeface="+mj-lt"/>
                <a:ea typeface="Catalana" panose="01000000000000000000" pitchFamily="50" charset="0"/>
                <a:cs typeface="+mj-cs"/>
              </a:defRPr>
            </a:lvl1pPr>
          </a:lstStyle>
          <a:p>
            <a:pPr lvl="0"/>
            <a:r>
              <a:rPr lang="es-ES">
                <a:latin typeface="GCO" pitchFamily="2" charset="0"/>
                <a:ea typeface="GCO" pitchFamily="2" charset="0"/>
              </a:rPr>
              <a:t>Agenda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EC2B457-1CAB-DBC8-35FB-C489F894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495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5A4C-EBCB-439A-ADB3-C0B13D35A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A04BC-0B9B-4F37-958D-4706BEFE2B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800" y="1980000"/>
            <a:ext cx="10512000" cy="3933438"/>
          </a:xfrm>
        </p:spPr>
        <p:txBody>
          <a:bodyPr lIns="0">
            <a:noAutofit/>
          </a:bodyPr>
          <a:lstStyle>
            <a:lvl1pPr>
              <a:defRPr>
                <a:latin typeface="GCO" pitchFamily="2" charset="0"/>
                <a:ea typeface="GCO" pitchFamily="2" charset="0"/>
              </a:defRPr>
            </a:lvl1pPr>
            <a:lvl2pPr>
              <a:defRPr>
                <a:latin typeface="+mn-lt"/>
                <a:ea typeface="Catalana" panose="01000000000000000000" pitchFamily="50" charset="0"/>
              </a:defRPr>
            </a:lvl2pPr>
            <a:lvl3pPr>
              <a:defRPr>
                <a:latin typeface="+mn-lt"/>
                <a:ea typeface="Catalana" panose="01000000000000000000" pitchFamily="50" charset="0"/>
              </a:defRPr>
            </a:lvl3pPr>
            <a:lvl4pPr>
              <a:defRPr>
                <a:latin typeface="+mn-lt"/>
                <a:ea typeface="Catalana" panose="01000000000000000000" pitchFamily="50" charset="0"/>
              </a:defRPr>
            </a:lvl4pPr>
            <a:lvl5pPr>
              <a:defRPr>
                <a:latin typeface="+mn-lt"/>
                <a:ea typeface="Catalana" panose="01000000000000000000" pitchFamily="50" charset="0"/>
              </a:defRPr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32F775-35C1-4FE0-A11C-9709AFBE68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800" y="1435422"/>
            <a:ext cx="10512000" cy="352800"/>
          </a:xfr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s-ES" sz="1800" b="1" kern="1200" noProof="0" dirty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j-cs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subtítulo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AE30770-897C-55C1-F6D0-3B1730B0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828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bsec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3581-2175-4CD5-988F-154549DC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600" y="2261588"/>
            <a:ext cx="10504800" cy="859612"/>
          </a:xfrm>
        </p:spPr>
        <p:txBody>
          <a:bodyPr anchor="b"/>
          <a:lstStyle>
            <a:lvl1pPr>
              <a:defRPr sz="280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23BFA-75BF-4FA8-9837-8956B9D701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800" y="3819600"/>
            <a:ext cx="10515600" cy="1500187"/>
          </a:xfrm>
        </p:spPr>
        <p:txBody>
          <a:bodyPr lIns="0"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2F06-C928-405D-B26C-D849ADE6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298A1F8-E959-4B6F-88EC-C879EC83C75B}"/>
              </a:ext>
            </a:extLst>
          </p:cNvPr>
          <p:cNvSpPr/>
          <p:nvPr userDrawn="1"/>
        </p:nvSpPr>
        <p:spPr>
          <a:xfrm>
            <a:off x="849600" y="3429001"/>
            <a:ext cx="921820" cy="797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454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ja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6BC7F313-9ACA-4E31-A624-5288D9B037F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646237"/>
            <a:ext cx="7056422" cy="4267547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5C33-6D8A-4373-8DA3-3A3C2804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B92159F-BC4D-49A9-93FE-56AEF6703C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3200" y="1646237"/>
            <a:ext cx="3297600" cy="4267548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AD6C11-47A9-44BF-ADC8-C76B66860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91550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1270158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6BC7F313-9ACA-4E31-A624-5288D9B037F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646238"/>
            <a:ext cx="5180400" cy="4267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5C33-6D8A-4373-8DA3-3A3C2804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EAD6C11-47A9-44BF-ADC8-C76B66860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91200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6" name="Marcador de contenido 15">
            <a:extLst>
              <a:ext uri="{FF2B5EF4-FFF2-40B4-BE49-F238E27FC236}">
                <a16:creationId xmlns:a16="http://schemas.microsoft.com/office/drawing/2014/main" id="{B2E544E5-5E8D-466E-9208-FEFDF210C22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73402" y="1646238"/>
            <a:ext cx="5180400" cy="4267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6865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j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1412341"/>
            <a:ext cx="5180400" cy="66535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215BE-59E3-420E-9610-6EE7D84C45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0400" y="1412341"/>
            <a:ext cx="5180400" cy="665358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199" y="2183933"/>
            <a:ext cx="5180400" cy="3729505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11" name="Marcador de contenido 15">
            <a:extLst>
              <a:ext uri="{FF2B5EF4-FFF2-40B4-BE49-F238E27FC236}">
                <a16:creationId xmlns:a16="http://schemas.microsoft.com/office/drawing/2014/main" id="{1E47D147-1DB6-43F8-B898-03786C2D5AB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70400" y="2183933"/>
            <a:ext cx="5180400" cy="3729505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DB1C287-0C01-407B-948B-F75C62CAF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699"/>
          </a:xfrm>
        </p:spPr>
        <p:txBody>
          <a:bodyPr anchor="t" anchorCtr="0"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31725813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jas grises con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2827862"/>
            <a:ext cx="46296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215BE-59E3-420E-9610-6EE7D84C45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14630" y="2827862"/>
            <a:ext cx="4640757" cy="55439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3612662"/>
            <a:ext cx="4637399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/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11" name="Marcador de contenido 15">
            <a:extLst>
              <a:ext uri="{FF2B5EF4-FFF2-40B4-BE49-F238E27FC236}">
                <a16:creationId xmlns:a16="http://schemas.microsoft.com/office/drawing/2014/main" id="{1E47D147-1DB6-43F8-B898-03786C2D5AB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715540" y="3612662"/>
            <a:ext cx="46296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cxnSp>
        <p:nvCxnSpPr>
          <p:cNvPr id="14" name="Straight Connector 12">
            <a:extLst>
              <a:ext uri="{FF2B5EF4-FFF2-40B4-BE49-F238E27FC236}">
                <a16:creationId xmlns:a16="http://schemas.microsoft.com/office/drawing/2014/main" id="{116EEE6A-D3F4-4E03-B203-6BA292EB7627}"/>
              </a:ext>
            </a:extLst>
          </p:cNvPr>
          <p:cNvCxnSpPr/>
          <p:nvPr userDrawn="1"/>
        </p:nvCxnSpPr>
        <p:spPr>
          <a:xfrm>
            <a:off x="845999" y="2600325"/>
            <a:ext cx="4629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72810B-C2D7-4F96-AC94-0A69F4C279E1}"/>
              </a:ext>
            </a:extLst>
          </p:cNvPr>
          <p:cNvCxnSpPr>
            <a:cxnSpLocks/>
          </p:cNvCxnSpPr>
          <p:nvPr userDrawn="1"/>
        </p:nvCxnSpPr>
        <p:spPr>
          <a:xfrm>
            <a:off x="6715541" y="2614812"/>
            <a:ext cx="46296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CCCF1A7-8F48-408B-8913-C29EB75CCFB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20799" y="1422137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16" name="Marcador de posición de imagen 3">
            <a:extLst>
              <a:ext uri="{FF2B5EF4-FFF2-40B4-BE49-F238E27FC236}">
                <a16:creationId xmlns:a16="http://schemas.microsoft.com/office/drawing/2014/main" id="{CEC1F58A-38BA-4EFB-A279-5EF59BB8382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90341" y="1422137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2355705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ajas grises con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800" y="2827862"/>
            <a:ext cx="2800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215BE-59E3-420E-9610-6EE7D84C45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95825" y="2827862"/>
            <a:ext cx="2800800" cy="55439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800" y="3612662"/>
            <a:ext cx="28008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11" name="Marcador de contenido 15">
            <a:extLst>
              <a:ext uri="{FF2B5EF4-FFF2-40B4-BE49-F238E27FC236}">
                <a16:creationId xmlns:a16="http://schemas.microsoft.com/office/drawing/2014/main" id="{1E47D147-1DB6-43F8-B898-03786C2D5AB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6734" y="3612662"/>
            <a:ext cx="28008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97044F-2F64-4BC3-8C33-CB4D36A9F0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433" y="2827862"/>
            <a:ext cx="2800800" cy="55439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17" name="Marcador de contenido 15">
            <a:extLst>
              <a:ext uri="{FF2B5EF4-FFF2-40B4-BE49-F238E27FC236}">
                <a16:creationId xmlns:a16="http://schemas.microsoft.com/office/drawing/2014/main" id="{3DEDDF23-8E20-415F-BB1C-3791F61B587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545342" y="3612662"/>
            <a:ext cx="28008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23" name="Tijdelijke aanduiding voor afbeelding 6">
            <a:extLst>
              <a:ext uri="{FF2B5EF4-FFF2-40B4-BE49-F238E27FC236}">
                <a16:creationId xmlns:a16="http://schemas.microsoft.com/office/drawing/2014/main" id="{E1FD97F4-81E8-40F8-8E8A-2F52637029D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56225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4" name="Tijdelijke aanduiding voor afbeelding 8">
            <a:extLst>
              <a:ext uri="{FF2B5EF4-FFF2-40B4-BE49-F238E27FC236}">
                <a16:creationId xmlns:a16="http://schemas.microsoft.com/office/drawing/2014/main" id="{C33A1513-C7AC-4664-B78F-D19C4F0EDDC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11813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5" name="Tijdelijke aanduiding voor afbeelding 6">
            <a:extLst>
              <a:ext uri="{FF2B5EF4-FFF2-40B4-BE49-F238E27FC236}">
                <a16:creationId xmlns:a16="http://schemas.microsoft.com/office/drawing/2014/main" id="{279425AB-E7D9-4682-96FF-E8FEFA88E71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706399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cxnSp>
        <p:nvCxnSpPr>
          <p:cNvPr id="26" name="Straight Connector 12">
            <a:extLst>
              <a:ext uri="{FF2B5EF4-FFF2-40B4-BE49-F238E27FC236}">
                <a16:creationId xmlns:a16="http://schemas.microsoft.com/office/drawing/2014/main" id="{67B4931D-768E-43D0-B022-7EA61116BE96}"/>
              </a:ext>
            </a:extLst>
          </p:cNvPr>
          <p:cNvCxnSpPr>
            <a:cxnSpLocks/>
          </p:cNvCxnSpPr>
          <p:nvPr userDrawn="1"/>
        </p:nvCxnSpPr>
        <p:spPr>
          <a:xfrm>
            <a:off x="845999" y="2600325"/>
            <a:ext cx="28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3">
            <a:extLst>
              <a:ext uri="{FF2B5EF4-FFF2-40B4-BE49-F238E27FC236}">
                <a16:creationId xmlns:a16="http://schemas.microsoft.com/office/drawing/2014/main" id="{8307BB0E-1E89-4272-BCC1-DF79AF2114EB}"/>
              </a:ext>
            </a:extLst>
          </p:cNvPr>
          <p:cNvCxnSpPr>
            <a:cxnSpLocks/>
          </p:cNvCxnSpPr>
          <p:nvPr userDrawn="1"/>
        </p:nvCxnSpPr>
        <p:spPr>
          <a:xfrm>
            <a:off x="4695825" y="2600325"/>
            <a:ext cx="28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4">
            <a:extLst>
              <a:ext uri="{FF2B5EF4-FFF2-40B4-BE49-F238E27FC236}">
                <a16:creationId xmlns:a16="http://schemas.microsoft.com/office/drawing/2014/main" id="{557326EB-6EED-4DD1-AEC1-5C684F98AEDA}"/>
              </a:ext>
            </a:extLst>
          </p:cNvPr>
          <p:cNvCxnSpPr>
            <a:cxnSpLocks/>
          </p:cNvCxnSpPr>
          <p:nvPr userDrawn="1"/>
        </p:nvCxnSpPr>
        <p:spPr>
          <a:xfrm>
            <a:off x="8551413" y="2600325"/>
            <a:ext cx="28008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2971444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jas grises con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800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800" y="3612662"/>
            <a:ext cx="23400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23" name="Tijdelijke aanduiding voor afbeelding 6">
            <a:extLst>
              <a:ext uri="{FF2B5EF4-FFF2-40B4-BE49-F238E27FC236}">
                <a16:creationId xmlns:a16="http://schemas.microsoft.com/office/drawing/2014/main" id="{E1FD97F4-81E8-40F8-8E8A-2F52637029D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7920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4" name="Tijdelijke aanduiding voor afbeelding 8">
            <a:extLst>
              <a:ext uri="{FF2B5EF4-FFF2-40B4-BE49-F238E27FC236}">
                <a16:creationId xmlns:a16="http://schemas.microsoft.com/office/drawing/2014/main" id="{C33A1513-C7AC-4664-B78F-D19C4F0EDDC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41763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5" name="Tijdelijke aanduiding voor afbeelding 6">
            <a:extLst>
              <a:ext uri="{FF2B5EF4-FFF2-40B4-BE49-F238E27FC236}">
                <a16:creationId xmlns:a16="http://schemas.microsoft.com/office/drawing/2014/main" id="{279425AB-E7D9-4682-96FF-E8FEFA88E71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475999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77A9E3AD-FFCD-4759-BB61-496FA0770A93}"/>
              </a:ext>
            </a:extLst>
          </p:cNvPr>
          <p:cNvCxnSpPr>
            <a:cxnSpLocks/>
          </p:cNvCxnSpPr>
          <p:nvPr userDrawn="1"/>
        </p:nvCxnSpPr>
        <p:spPr>
          <a:xfrm>
            <a:off x="845999" y="2600325"/>
            <a:ext cx="234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CEED61C4-0315-4347-BCAA-4A1C9B918A8E}"/>
              </a:ext>
            </a:extLst>
          </p:cNvPr>
          <p:cNvCxnSpPr>
            <a:cxnSpLocks/>
          </p:cNvCxnSpPr>
          <p:nvPr userDrawn="1"/>
        </p:nvCxnSpPr>
        <p:spPr>
          <a:xfrm>
            <a:off x="3567920" y="2600325"/>
            <a:ext cx="234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7C4F20F3-E18B-4116-BC1D-C10BAF3E2792}"/>
              </a:ext>
            </a:extLst>
          </p:cNvPr>
          <p:cNvCxnSpPr>
            <a:cxnSpLocks/>
          </p:cNvCxnSpPr>
          <p:nvPr userDrawn="1"/>
        </p:nvCxnSpPr>
        <p:spPr>
          <a:xfrm>
            <a:off x="9011763" y="2600325"/>
            <a:ext cx="234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1">
            <a:extLst>
              <a:ext uri="{FF2B5EF4-FFF2-40B4-BE49-F238E27FC236}">
                <a16:creationId xmlns:a16="http://schemas.microsoft.com/office/drawing/2014/main" id="{3D26216A-58F4-48C2-8D0A-36AC91973450}"/>
              </a:ext>
            </a:extLst>
          </p:cNvPr>
          <p:cNvCxnSpPr>
            <a:cxnSpLocks/>
          </p:cNvCxnSpPr>
          <p:nvPr userDrawn="1"/>
        </p:nvCxnSpPr>
        <p:spPr>
          <a:xfrm>
            <a:off x="6289841" y="2600324"/>
            <a:ext cx="234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3B4D0F1-4CB2-488C-A27B-FCCF1335C8C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567920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2" name="Marcador de contenido 15">
            <a:extLst>
              <a:ext uri="{FF2B5EF4-FFF2-40B4-BE49-F238E27FC236}">
                <a16:creationId xmlns:a16="http://schemas.microsoft.com/office/drawing/2014/main" id="{8FEFC367-74B0-465D-B6BB-18161A03A87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567920" y="3612662"/>
            <a:ext cx="23400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37F844-087E-4367-BF87-857C1A38AC0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9841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0" name="Marcador de contenido 15">
            <a:extLst>
              <a:ext uri="{FF2B5EF4-FFF2-40B4-BE49-F238E27FC236}">
                <a16:creationId xmlns:a16="http://schemas.microsoft.com/office/drawing/2014/main" id="{4BFDBF48-6F76-4C41-8F2A-3EF485BE16B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9841" y="3612662"/>
            <a:ext cx="23400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2AF72C2-0EFB-4BD1-B1D3-7A618C5BECB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18961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2" name="Marcador de contenido 15">
            <a:extLst>
              <a:ext uri="{FF2B5EF4-FFF2-40B4-BE49-F238E27FC236}">
                <a16:creationId xmlns:a16="http://schemas.microsoft.com/office/drawing/2014/main" id="{C141D581-632C-4A1D-B942-7019F91E668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018961" y="3612662"/>
            <a:ext cx="2340000" cy="228600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33" name="Tijdelijke aanduiding voor afbeelding 6">
            <a:extLst>
              <a:ext uri="{FF2B5EF4-FFF2-40B4-BE49-F238E27FC236}">
                <a16:creationId xmlns:a16="http://schemas.microsoft.com/office/drawing/2014/main" id="{246BF605-6DFF-4ACD-A69A-C9EE859D980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919841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1986504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jas sin lín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800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800" y="3612662"/>
            <a:ext cx="2340000" cy="2286000"/>
          </a:xfrm>
          <a:noFill/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23" name="Tijdelijke aanduiding voor afbeelding 6">
            <a:extLst>
              <a:ext uri="{FF2B5EF4-FFF2-40B4-BE49-F238E27FC236}">
                <a16:creationId xmlns:a16="http://schemas.microsoft.com/office/drawing/2014/main" id="{E1FD97F4-81E8-40F8-8E8A-2F52637029D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7920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4" name="Tijdelijke aanduiding voor afbeelding 8">
            <a:extLst>
              <a:ext uri="{FF2B5EF4-FFF2-40B4-BE49-F238E27FC236}">
                <a16:creationId xmlns:a16="http://schemas.microsoft.com/office/drawing/2014/main" id="{C33A1513-C7AC-4664-B78F-D19C4F0EDDC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41763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5" name="Tijdelijke aanduiding voor afbeelding 6">
            <a:extLst>
              <a:ext uri="{FF2B5EF4-FFF2-40B4-BE49-F238E27FC236}">
                <a16:creationId xmlns:a16="http://schemas.microsoft.com/office/drawing/2014/main" id="{279425AB-E7D9-4682-96FF-E8FEFA88E71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475999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3B4D0F1-4CB2-488C-A27B-FCCF1335C8C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567920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2" name="Marcador de contenido 15">
            <a:extLst>
              <a:ext uri="{FF2B5EF4-FFF2-40B4-BE49-F238E27FC236}">
                <a16:creationId xmlns:a16="http://schemas.microsoft.com/office/drawing/2014/main" id="{8FEFC367-74B0-465D-B6BB-18161A03A87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567920" y="3612662"/>
            <a:ext cx="2340000" cy="2286000"/>
          </a:xfrm>
          <a:noFill/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37F844-087E-4367-BF87-857C1A38AC0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9841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0" name="Marcador de contenido 15">
            <a:extLst>
              <a:ext uri="{FF2B5EF4-FFF2-40B4-BE49-F238E27FC236}">
                <a16:creationId xmlns:a16="http://schemas.microsoft.com/office/drawing/2014/main" id="{4BFDBF48-6F76-4C41-8F2A-3EF485BE16B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89841" y="3612662"/>
            <a:ext cx="2340000" cy="2286000"/>
          </a:xfrm>
          <a:noFill/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2AF72C2-0EFB-4BD1-B1D3-7A618C5BECB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18961" y="2827862"/>
            <a:ext cx="23400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2" name="Marcador de contenido 15">
            <a:extLst>
              <a:ext uri="{FF2B5EF4-FFF2-40B4-BE49-F238E27FC236}">
                <a16:creationId xmlns:a16="http://schemas.microsoft.com/office/drawing/2014/main" id="{C141D581-632C-4A1D-B942-7019F91E668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018961" y="3612662"/>
            <a:ext cx="2340000" cy="2286000"/>
          </a:xfrm>
          <a:noFill/>
        </p:spPr>
        <p:txBody>
          <a:bodyPr vert="horz" lIns="108000" tIns="108000" rIns="108000" bIns="108000" rtlCol="0">
            <a:normAutofit/>
          </a:bodyPr>
          <a:lstStyle>
            <a:lvl1pPr>
              <a:defRPr lang="es-ES" dirty="0">
                <a:latin typeface="GCO" pitchFamily="2" charset="0"/>
                <a:ea typeface="GCO" pitchFamily="2" charset="0"/>
              </a:defRPr>
            </a:lvl1pPr>
            <a:lvl2pPr>
              <a:defRPr lang="es-ES" dirty="0"/>
            </a:lvl2pPr>
            <a:lvl3pPr>
              <a:defRPr lang="es-ES" dirty="0">
                <a:latin typeface="GCO" pitchFamily="2" charset="0"/>
                <a:ea typeface="GCO" pitchFamily="2" charset="0"/>
              </a:defRPr>
            </a:lvl3pPr>
            <a:lvl4pPr>
              <a:defRPr lang="es-ES" dirty="0"/>
            </a:lvl4pPr>
            <a:lvl5pPr>
              <a:defRPr lang="es-ES" dirty="0"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s-ES" noProof="0"/>
          </a:p>
        </p:txBody>
      </p:sp>
      <p:sp>
        <p:nvSpPr>
          <p:cNvPr id="33" name="Tijdelijke aanduiding voor afbeelding 6">
            <a:extLst>
              <a:ext uri="{FF2B5EF4-FFF2-40B4-BE49-F238E27FC236}">
                <a16:creationId xmlns:a16="http://schemas.microsoft.com/office/drawing/2014/main" id="{246BF605-6DFF-4ACD-A69A-C9EE859D980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919841" y="1411875"/>
            <a:ext cx="1080000" cy="1080000"/>
          </a:xfrm>
        </p:spPr>
        <p:txBody>
          <a:bodyPr/>
          <a:lstStyle>
            <a:lvl1pPr algn="ctr"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imagen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234410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jas con títul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3765600"/>
            <a:ext cx="4636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4320000"/>
            <a:ext cx="4636800" cy="1585500"/>
          </a:xfrm>
        </p:spPr>
        <p:txBody>
          <a:bodyPr lIns="108000" tIns="108000" rIns="108000" bIns="108000"/>
          <a:lstStyle>
            <a:lvl1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/>
            <a:endParaRPr lang="es-ES" noProof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17002" y="3765600"/>
            <a:ext cx="4636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715414" y="4320000"/>
            <a:ext cx="4636800" cy="1585500"/>
          </a:xfrm>
        </p:spPr>
        <p:txBody>
          <a:bodyPr lIns="108000" tIns="108000" rIns="108000" bIns="108000"/>
          <a:lstStyle>
            <a:lvl1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2166388" y="1584000"/>
            <a:ext cx="1983600" cy="1983600"/>
          </a:xfrm>
          <a:prstGeom prst="ellipse">
            <a:avLst/>
          </a:prstGeo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8043602" y="1584000"/>
            <a:ext cx="1983600" cy="1983600"/>
          </a:xfrm>
          <a:prstGeom prst="ellipse">
            <a:avLst/>
          </a:prstGeo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4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1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ajas con títul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E810E-D03A-4BDF-BE3B-D9FF20355A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3765600"/>
            <a:ext cx="2800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4320000"/>
            <a:ext cx="2800800" cy="1573965"/>
          </a:xfrm>
        </p:spPr>
        <p:txBody>
          <a:bodyPr lIns="108000" tIns="108000" rIns="108000" bIns="108000"/>
          <a:lstStyle>
            <a:lvl1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/>
            <a:endParaRPr lang="es-ES" noProof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7188" y="3765600"/>
            <a:ext cx="2800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95600" y="4320000"/>
            <a:ext cx="2800800" cy="1573965"/>
          </a:xfrm>
        </p:spPr>
        <p:txBody>
          <a:bodyPr lIns="108000" tIns="108000" rIns="108000" bIns="108000"/>
          <a:lstStyle>
            <a:lvl1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/>
            <a:endParaRPr lang="es-ES" noProof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535D4E4-2389-4FB6-AC14-A0D008331EA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53002" y="3765600"/>
            <a:ext cx="2800800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18" name="Marcador de contenido 15">
            <a:extLst>
              <a:ext uri="{FF2B5EF4-FFF2-40B4-BE49-F238E27FC236}">
                <a16:creationId xmlns:a16="http://schemas.microsoft.com/office/drawing/2014/main" id="{D0CEC476-61B9-4EF5-BD88-665C4FB58BC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551414" y="4320000"/>
            <a:ext cx="2800800" cy="1573965"/>
          </a:xfrm>
        </p:spPr>
        <p:txBody>
          <a:bodyPr lIns="108000" tIns="108000" rIns="108000" bIns="108000"/>
          <a:lstStyle>
            <a:lvl1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 algn="ctr"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  <a:p>
            <a:pPr lvl="2"/>
            <a:endParaRPr lang="es-ES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5832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1248388" y="1584000"/>
            <a:ext cx="1983600" cy="1983600"/>
          </a:xfrm>
          <a:prstGeom prst="ellipse">
            <a:avLst/>
          </a:prstGeo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5105788" y="1584000"/>
            <a:ext cx="1983600" cy="1983600"/>
          </a:xfrm>
          <a:prstGeom prst="ellipse">
            <a:avLst/>
          </a:prstGeo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8961602" y="1584000"/>
            <a:ext cx="1983600" cy="1983600"/>
          </a:xfrm>
          <a:prstGeom prst="ellipse">
            <a:avLst/>
          </a:prstGeo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777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j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001124" y="2955600"/>
            <a:ext cx="2351263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2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999536" y="3705226"/>
            <a:ext cx="2351263" cy="2188740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388" y="2955600"/>
            <a:ext cx="2351263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4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38800" y="3705226"/>
            <a:ext cx="2351263" cy="2188740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3560633" y="2955600"/>
            <a:ext cx="2351263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6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559045" y="3705226"/>
            <a:ext cx="2351263" cy="2188740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041D97A-B7D2-4BE3-B52E-15D985D5C7C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280878" y="2955600"/>
            <a:ext cx="2351263" cy="55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1">
                <a:latin typeface="GCO" pitchFamily="2" charset="0"/>
                <a:ea typeface="GC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8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79290" y="3705226"/>
            <a:ext cx="2351263" cy="2188740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 noProof="0"/>
              <a:t>Haga clic para agregar texto o seleccione los iconos para otras opciones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64DB9428-086D-4800-B889-746371884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48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aja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838200" y="2019300"/>
            <a:ext cx="3289300" cy="18923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450557" y="2019300"/>
            <a:ext cx="3289300" cy="18923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8059948" y="2019300"/>
            <a:ext cx="3289300" cy="1892300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857FF-4471-4656-A0A0-7A8A07F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10" name="Marcador de contenido 15">
            <a:extLst>
              <a:ext uri="{FF2B5EF4-FFF2-40B4-BE49-F238E27FC236}">
                <a16:creationId xmlns:a16="http://schemas.microsoft.com/office/drawing/2014/main" id="{22E20544-3EF9-443B-B69F-B149490E67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4051300"/>
            <a:ext cx="3289578" cy="1862138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/>
              <a:t>Haga clic para agregar texto o seleccione los iconos para otras opciones</a:t>
            </a:r>
            <a:endParaRPr lang="es-ES" noProof="0"/>
          </a:p>
        </p:txBody>
      </p:sp>
      <p:sp>
        <p:nvSpPr>
          <p:cNvPr id="16" name="Marcador de contenido 15">
            <a:extLst>
              <a:ext uri="{FF2B5EF4-FFF2-40B4-BE49-F238E27FC236}">
                <a16:creationId xmlns:a16="http://schemas.microsoft.com/office/drawing/2014/main" id="{1F3F6175-B0F1-4D02-B95A-1DC381BDD72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450418" y="4051300"/>
            <a:ext cx="3289578" cy="1862138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/>
              <a:t>Haga clic para agregar texto o seleccione los iconos para otras opciones</a:t>
            </a:r>
          </a:p>
        </p:txBody>
      </p:sp>
      <p:sp>
        <p:nvSpPr>
          <p:cNvPr id="18" name="Marcador de contenido 15">
            <a:extLst>
              <a:ext uri="{FF2B5EF4-FFF2-40B4-BE49-F238E27FC236}">
                <a16:creationId xmlns:a16="http://schemas.microsoft.com/office/drawing/2014/main" id="{D0CEC476-61B9-4EF5-BD88-665C4FB58BC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062635" y="4051300"/>
            <a:ext cx="3289578" cy="1862138"/>
          </a:xfrm>
        </p:spPr>
        <p:txBody>
          <a:bodyPr lIns="108000" tIns="108000" rIns="108000" bIns="108000"/>
          <a:lstStyle>
            <a:lvl1pPr>
              <a:spcBef>
                <a:spcPts val="0"/>
              </a:spcBef>
              <a:spcAft>
                <a:spcPts val="600"/>
              </a:spcAft>
              <a:defRPr>
                <a:latin typeface="GCO" pitchFamily="2" charset="0"/>
                <a:ea typeface="GCO" pitchFamily="2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>
              <a:spcAft>
                <a:spcPts val="600"/>
              </a:spcAft>
            </a:pPr>
            <a:r>
              <a:rPr lang="es-ES"/>
              <a:t>Haga clic para agregar texto o seleccione los iconos para otras opciones</a:t>
            </a:r>
            <a:endParaRPr lang="es-ES" noProof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  <a:endParaRPr lang="es-E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C2F9A28-1EEC-441F-923D-0F54C5DFC8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800" y="1435422"/>
            <a:ext cx="10512000" cy="352800"/>
          </a:xfr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s-ES" sz="1800" b="1" kern="1200" noProof="0" dirty="0">
                <a:solidFill>
                  <a:srgbClr val="000000"/>
                </a:solidFill>
                <a:latin typeface="GCO" pitchFamily="2" charset="0"/>
                <a:ea typeface="GCO" pitchFamily="2" charset="0"/>
                <a:cs typeface="+mj-cs"/>
              </a:defRPr>
            </a:lvl1pPr>
            <a:lvl2pPr>
              <a:defRPr lang="en-US" sz="1800" smtClean="0">
                <a:latin typeface="+mn-lt"/>
                <a:ea typeface="+mn-ea"/>
              </a:defRPr>
            </a:lvl2pPr>
            <a:lvl3pPr>
              <a:defRPr lang="en-US" sz="1800" smtClean="0">
                <a:latin typeface="+mn-lt"/>
                <a:ea typeface="+mn-ea"/>
              </a:defRPr>
            </a:lvl3pPr>
            <a:lvl4pPr>
              <a:defRPr lang="en-US" smtClean="0">
                <a:latin typeface="+mn-lt"/>
                <a:ea typeface="+mn-ea"/>
              </a:defRPr>
            </a:lvl4pPr>
            <a:lvl5pPr>
              <a:defRPr lang="ca-ES">
                <a:latin typeface="+mn-lt"/>
                <a:ea typeface="+mn-ea"/>
              </a:defRPr>
            </a:lvl5pPr>
          </a:lstStyle>
          <a:p>
            <a:pPr marL="0" lvl="0"/>
            <a:r>
              <a:rPr lang="es-ES" noProof="0"/>
              <a:t>Haga clic para agregar subtítulo</a:t>
            </a:r>
          </a:p>
        </p:txBody>
      </p:sp>
    </p:spTree>
    <p:extLst>
      <p:ext uri="{BB962C8B-B14F-4D97-AF65-F5344CB8AC3E}">
        <p14:creationId xmlns:p14="http://schemas.microsoft.com/office/powerpoint/2010/main" val="37522507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D5A68-64F6-43F4-9ADD-7F94ACB7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95014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jas texto numer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D5A68-64F6-43F4-9ADD-7F94ACB7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  <a:endParaRPr lang="es-ES"/>
          </a:p>
        </p:txBody>
      </p:sp>
      <p:sp>
        <p:nvSpPr>
          <p:cNvPr id="8" name="sContent7">
            <a:extLst>
              <a:ext uri="{FF2B5EF4-FFF2-40B4-BE49-F238E27FC236}">
                <a16:creationId xmlns:a16="http://schemas.microsoft.com/office/drawing/2014/main" id="{DA2EABEF-52CE-405D-92A2-7BD56665D0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92234" y="5344080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10" name="sNumber7">
            <a:extLst>
              <a:ext uri="{FF2B5EF4-FFF2-40B4-BE49-F238E27FC236}">
                <a16:creationId xmlns:a16="http://schemas.microsoft.com/office/drawing/2014/main" id="{70132448-BC5D-4D46-ABD3-22C2CD70E6D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0815" y="5056900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14" name="sContent5">
            <a:extLst>
              <a:ext uri="{FF2B5EF4-FFF2-40B4-BE49-F238E27FC236}">
                <a16:creationId xmlns:a16="http://schemas.microsoft.com/office/drawing/2014/main" id="{5B3EA9A2-3E8A-4C62-9F9D-A2B96905D5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92234" y="4218075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16" name="sNumber5">
            <a:extLst>
              <a:ext uri="{FF2B5EF4-FFF2-40B4-BE49-F238E27FC236}">
                <a16:creationId xmlns:a16="http://schemas.microsoft.com/office/drawing/2014/main" id="{DDB05C2F-B436-4510-B900-CD7EE104F2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241" y="3923434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20" name="sContent3">
            <a:extLst>
              <a:ext uri="{FF2B5EF4-FFF2-40B4-BE49-F238E27FC236}">
                <a16:creationId xmlns:a16="http://schemas.microsoft.com/office/drawing/2014/main" id="{57D6ED00-2456-46B3-89E4-DEB95B1B17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92234" y="3094939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22" name="sNumber3">
            <a:extLst>
              <a:ext uri="{FF2B5EF4-FFF2-40B4-BE49-F238E27FC236}">
                <a16:creationId xmlns:a16="http://schemas.microsoft.com/office/drawing/2014/main" id="{10014C4C-24AE-4F58-80B0-A87499F2F8E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0816" y="2811550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26" name="sContent1">
            <a:extLst>
              <a:ext uri="{FF2B5EF4-FFF2-40B4-BE49-F238E27FC236}">
                <a16:creationId xmlns:a16="http://schemas.microsoft.com/office/drawing/2014/main" id="{5CAEAB7B-5789-422D-AD89-A0B23BE2C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2234" y="1964453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27" name="sHeading1">
            <a:extLst>
              <a:ext uri="{FF2B5EF4-FFF2-40B4-BE49-F238E27FC236}">
                <a16:creationId xmlns:a16="http://schemas.microsoft.com/office/drawing/2014/main" id="{4C045707-0B0B-4D23-9A84-ACD2C5BDEC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234" y="1718655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28" name="sNumber1">
            <a:extLst>
              <a:ext uri="{FF2B5EF4-FFF2-40B4-BE49-F238E27FC236}">
                <a16:creationId xmlns:a16="http://schemas.microsoft.com/office/drawing/2014/main" id="{171F07E1-2E3D-4D18-9355-12F05F74CB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7027" y="1668390"/>
            <a:ext cx="360000" cy="3636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wrap="none" tIns="0" rIns="0" bIns="0" anchor="ctr" anchorCtr="1">
            <a:noAutofit/>
          </a:bodyPr>
          <a:lstStyle>
            <a:lvl1pPr algn="ctr">
              <a:spcAft>
                <a:spcPts val="0"/>
              </a:spcAft>
              <a:defRPr sz="18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30" name="sHeading1">
            <a:extLst>
              <a:ext uri="{FF2B5EF4-FFF2-40B4-BE49-F238E27FC236}">
                <a16:creationId xmlns:a16="http://schemas.microsoft.com/office/drawing/2014/main" id="{389BA042-7549-474C-A006-B0F57CCC98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92234" y="2848279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2" name="sHeading1">
            <a:extLst>
              <a:ext uri="{FF2B5EF4-FFF2-40B4-BE49-F238E27FC236}">
                <a16:creationId xmlns:a16="http://schemas.microsoft.com/office/drawing/2014/main" id="{4B401A6D-E3EC-4054-B6BE-0353E8F215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92234" y="3971351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4" name="sHeading1">
            <a:extLst>
              <a:ext uri="{FF2B5EF4-FFF2-40B4-BE49-F238E27FC236}">
                <a16:creationId xmlns:a16="http://schemas.microsoft.com/office/drawing/2014/main" id="{F78E8AE3-396B-4CC3-A235-3B03CFC24F7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92234" y="5096004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0" name="sContent7">
            <a:extLst>
              <a:ext uri="{FF2B5EF4-FFF2-40B4-BE49-F238E27FC236}">
                <a16:creationId xmlns:a16="http://schemas.microsoft.com/office/drawing/2014/main" id="{E6D118F5-0A7C-4A51-B823-A9DD263F587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643036" y="5344080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51" name="sNumber7">
            <a:extLst>
              <a:ext uri="{FF2B5EF4-FFF2-40B4-BE49-F238E27FC236}">
                <a16:creationId xmlns:a16="http://schemas.microsoft.com/office/drawing/2014/main" id="{70109A76-A83B-4E97-BB45-9FBBB988D6D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71617" y="5056900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52" name="sContent5">
            <a:extLst>
              <a:ext uri="{FF2B5EF4-FFF2-40B4-BE49-F238E27FC236}">
                <a16:creationId xmlns:a16="http://schemas.microsoft.com/office/drawing/2014/main" id="{B4630428-4D88-4677-BC84-2D95652F7F7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3036" y="4218075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53" name="sNumber5">
            <a:extLst>
              <a:ext uri="{FF2B5EF4-FFF2-40B4-BE49-F238E27FC236}">
                <a16:creationId xmlns:a16="http://schemas.microsoft.com/office/drawing/2014/main" id="{90A55BC5-DC47-4DC4-8353-175D7CCC99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84043" y="3923434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54" name="sContent3">
            <a:extLst>
              <a:ext uri="{FF2B5EF4-FFF2-40B4-BE49-F238E27FC236}">
                <a16:creationId xmlns:a16="http://schemas.microsoft.com/office/drawing/2014/main" id="{CC77336F-3B27-40A2-9F30-5EFA171E351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43036" y="3094939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55" name="sNumber3">
            <a:extLst>
              <a:ext uri="{FF2B5EF4-FFF2-40B4-BE49-F238E27FC236}">
                <a16:creationId xmlns:a16="http://schemas.microsoft.com/office/drawing/2014/main" id="{825EE235-80C5-4B34-B0F1-C488A73369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71618" y="2811550"/>
            <a:ext cx="360000" cy="3600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56" name="sContent1">
            <a:extLst>
              <a:ext uri="{FF2B5EF4-FFF2-40B4-BE49-F238E27FC236}">
                <a16:creationId xmlns:a16="http://schemas.microsoft.com/office/drawing/2014/main" id="{B0F77F58-5D9A-4EBF-9C72-15F9F0045D1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43036" y="1964453"/>
            <a:ext cx="4707764" cy="572400"/>
          </a:xfr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57" name="sHeading1">
            <a:extLst>
              <a:ext uri="{FF2B5EF4-FFF2-40B4-BE49-F238E27FC236}">
                <a16:creationId xmlns:a16="http://schemas.microsoft.com/office/drawing/2014/main" id="{110A7B55-804C-48B8-A624-FC6426F285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643036" y="1718655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8" name="sNumber1">
            <a:extLst>
              <a:ext uri="{FF2B5EF4-FFF2-40B4-BE49-F238E27FC236}">
                <a16:creationId xmlns:a16="http://schemas.microsoft.com/office/drawing/2014/main" id="{D4122ED8-0B71-4FDD-8FF1-6B40432E380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177829" y="1668390"/>
            <a:ext cx="360000" cy="3636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vert="horz" wrap="none" lIns="0" tIns="0" rIns="0" bIns="0" rtlCol="0" anchor="ctr" anchorCtr="1">
            <a:noAutofit/>
          </a:bodyPr>
          <a:lstStyle>
            <a:lvl1pPr>
              <a:defRPr lang="es-ES" sz="1800" b="1" noProof="0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#</a:t>
            </a:r>
          </a:p>
        </p:txBody>
      </p:sp>
      <p:sp>
        <p:nvSpPr>
          <p:cNvPr id="60" name="sHeading1">
            <a:extLst>
              <a:ext uri="{FF2B5EF4-FFF2-40B4-BE49-F238E27FC236}">
                <a16:creationId xmlns:a16="http://schemas.microsoft.com/office/drawing/2014/main" id="{E451D656-8640-482F-8360-B1C0718891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43036" y="2848279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2" name="sHeading1">
            <a:extLst>
              <a:ext uri="{FF2B5EF4-FFF2-40B4-BE49-F238E27FC236}">
                <a16:creationId xmlns:a16="http://schemas.microsoft.com/office/drawing/2014/main" id="{D42D3186-C10A-49A7-BEDC-6F96BDE5160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643036" y="3971351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4" name="sHeading1">
            <a:extLst>
              <a:ext uri="{FF2B5EF4-FFF2-40B4-BE49-F238E27FC236}">
                <a16:creationId xmlns:a16="http://schemas.microsoft.com/office/drawing/2014/main" id="{ABBE2C66-9780-43EC-AF35-3DBCA7A664B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43036" y="5096004"/>
            <a:ext cx="4707764" cy="243314"/>
          </a:xfrm>
        </p:spPr>
        <p:txBody>
          <a:bodyPr tIns="0" anchor="t" anchorCtr="0">
            <a:noAutofit/>
          </a:bodyPr>
          <a:lstStyle>
            <a:lvl1pPr algn="l">
              <a:buNone/>
              <a:defRPr sz="1600" b="1">
                <a:solidFill>
                  <a:schemeClr val="accent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147912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FBAE40"/>
          </p15:clr>
        </p15:guide>
        <p15:guide id="2" pos="7160">
          <p15:clr>
            <a:srgbClr val="FBAE40"/>
          </p15:clr>
        </p15:guide>
        <p15:guide id="3" orient="horz" pos="107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jas gri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D5A68-64F6-43F4-9ADD-7F94ACB7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8800" y="720000"/>
            <a:ext cx="10512000" cy="686238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</a:p>
        </p:txBody>
      </p:sp>
      <p:sp>
        <p:nvSpPr>
          <p:cNvPr id="33" name="sArrow3">
            <a:extLst>
              <a:ext uri="{FF2B5EF4-FFF2-40B4-BE49-F238E27FC236}">
                <a16:creationId xmlns:a16="http://schemas.microsoft.com/office/drawing/2014/main" id="{1E1D3F0F-6E2A-4538-A084-DCB84C32DC0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74589" y="5386649"/>
            <a:ext cx="230400" cy="1903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 </a:t>
            </a:r>
          </a:p>
        </p:txBody>
      </p:sp>
      <p:sp>
        <p:nvSpPr>
          <p:cNvPr id="35" name="sContent5">
            <a:extLst>
              <a:ext uri="{FF2B5EF4-FFF2-40B4-BE49-F238E27FC236}">
                <a16:creationId xmlns:a16="http://schemas.microsoft.com/office/drawing/2014/main" id="{BF015D7E-2884-4430-BEAB-035672ADBD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9788" y="5050533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36" name="sHeading5">
            <a:extLst>
              <a:ext uri="{FF2B5EF4-FFF2-40B4-BE49-F238E27FC236}">
                <a16:creationId xmlns:a16="http://schemas.microsoft.com/office/drawing/2014/main" id="{5F991519-C0EA-44D9-82AB-5368445EA0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8" y="4734020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39" name="sArrow2">
            <a:extLst>
              <a:ext uri="{FF2B5EF4-FFF2-40B4-BE49-F238E27FC236}">
                <a16:creationId xmlns:a16="http://schemas.microsoft.com/office/drawing/2014/main" id="{D8997426-0D80-444E-99AD-B7E49CC746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74589" y="3859093"/>
            <a:ext cx="230400" cy="1903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 </a:t>
            </a:r>
          </a:p>
        </p:txBody>
      </p:sp>
      <p:sp>
        <p:nvSpPr>
          <p:cNvPr id="40" name="sContent3">
            <a:extLst>
              <a:ext uri="{FF2B5EF4-FFF2-40B4-BE49-F238E27FC236}">
                <a16:creationId xmlns:a16="http://schemas.microsoft.com/office/drawing/2014/main" id="{6D2555CE-05E9-4809-903D-189ABB501C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525358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41" name="sHeading3">
            <a:extLst>
              <a:ext uri="{FF2B5EF4-FFF2-40B4-BE49-F238E27FC236}">
                <a16:creationId xmlns:a16="http://schemas.microsoft.com/office/drawing/2014/main" id="{BAD92416-7008-4456-AC6F-778CC66D52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8" y="320567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44" name="sArrow1">
            <a:extLst>
              <a:ext uri="{FF2B5EF4-FFF2-40B4-BE49-F238E27FC236}">
                <a16:creationId xmlns:a16="http://schemas.microsoft.com/office/drawing/2014/main" id="{D730F56A-FD8F-43F6-A16B-159C480FFF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0800" y="2364654"/>
            <a:ext cx="230400" cy="1903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pPr lvl="0"/>
            <a:r>
              <a:rPr lang="es-ES" noProof="0"/>
              <a:t> </a:t>
            </a:r>
          </a:p>
        </p:txBody>
      </p:sp>
      <p:sp>
        <p:nvSpPr>
          <p:cNvPr id="45" name="sContent1">
            <a:extLst>
              <a:ext uri="{FF2B5EF4-FFF2-40B4-BE49-F238E27FC236}">
                <a16:creationId xmlns:a16="http://schemas.microsoft.com/office/drawing/2014/main" id="{FC206BA9-5958-45DF-844A-AE0F653150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030820"/>
            <a:ext cx="5076000" cy="857968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46" name="sHeading1">
            <a:extLst>
              <a:ext uri="{FF2B5EF4-FFF2-40B4-BE49-F238E27FC236}">
                <a16:creationId xmlns:a16="http://schemas.microsoft.com/office/drawing/2014/main" id="{0C1E17B2-4F4F-4C08-98F5-3D99013B26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8" y="171450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59" name="sContent5">
            <a:extLst>
              <a:ext uri="{FF2B5EF4-FFF2-40B4-BE49-F238E27FC236}">
                <a16:creationId xmlns:a16="http://schemas.microsoft.com/office/drawing/2014/main" id="{DDDB735D-6237-47CD-B405-9058D53F11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4800" y="5050533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1" name="sHeading5">
            <a:extLst>
              <a:ext uri="{FF2B5EF4-FFF2-40B4-BE49-F238E27FC236}">
                <a16:creationId xmlns:a16="http://schemas.microsoft.com/office/drawing/2014/main" id="{A83A067F-B570-410B-A2CA-8F7F50B73E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4800" y="4734020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3" name="sContent3">
            <a:extLst>
              <a:ext uri="{FF2B5EF4-FFF2-40B4-BE49-F238E27FC236}">
                <a16:creationId xmlns:a16="http://schemas.microsoft.com/office/drawing/2014/main" id="{F6265048-8806-46F1-9A8D-799EC39904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4800" y="3525358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5" name="sHeading3">
            <a:extLst>
              <a:ext uri="{FF2B5EF4-FFF2-40B4-BE49-F238E27FC236}">
                <a16:creationId xmlns:a16="http://schemas.microsoft.com/office/drawing/2014/main" id="{89016DFE-C311-4B51-B0CA-E9BD0822090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4800" y="320567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6" name="sContent1">
            <a:extLst>
              <a:ext uri="{FF2B5EF4-FFF2-40B4-BE49-F238E27FC236}">
                <a16:creationId xmlns:a16="http://schemas.microsoft.com/office/drawing/2014/main" id="{30FB36E4-9C2D-4D0B-B938-D2F3A978E8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4800" y="2030820"/>
            <a:ext cx="5076000" cy="857968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7" name="sHeading1">
            <a:extLst>
              <a:ext uri="{FF2B5EF4-FFF2-40B4-BE49-F238E27FC236}">
                <a16:creationId xmlns:a16="http://schemas.microsoft.com/office/drawing/2014/main" id="{117F0163-4021-4A0B-A709-1738F104DD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74800" y="171450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490971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7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jas grises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D5A68-64F6-43F4-9ADD-7F94ACB7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r>
              <a:rPr lang="es-ES" noProof="0"/>
              <a:t>Haga clic para agregar título</a:t>
            </a:r>
            <a:endParaRPr lang="es-ES"/>
          </a:p>
        </p:txBody>
      </p:sp>
      <p:sp>
        <p:nvSpPr>
          <p:cNvPr id="19" name="sImage1">
            <a:extLst>
              <a:ext uri="{FF2B5EF4-FFF2-40B4-BE49-F238E27FC236}">
                <a16:creationId xmlns:a16="http://schemas.microsoft.com/office/drawing/2014/main" id="{CB1E2C20-3DAF-4173-95EF-AEF54641D0B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74800" y="1714501"/>
            <a:ext cx="5077413" cy="2668628"/>
          </a:xfrm>
        </p:spPr>
        <p:txBody>
          <a:bodyPr/>
          <a:lstStyle>
            <a:lvl1pPr>
              <a:defRPr>
                <a:latin typeface="GCO" pitchFamily="2" charset="0"/>
                <a:ea typeface="GCO" pitchFamily="2" charset="0"/>
              </a:defRPr>
            </a:lvl1pPr>
          </a:lstStyle>
          <a:p>
            <a:endParaRPr lang="en-GB"/>
          </a:p>
        </p:txBody>
      </p:sp>
      <p:sp>
        <p:nvSpPr>
          <p:cNvPr id="58" name="sContent5">
            <a:extLst>
              <a:ext uri="{FF2B5EF4-FFF2-40B4-BE49-F238E27FC236}">
                <a16:creationId xmlns:a16="http://schemas.microsoft.com/office/drawing/2014/main" id="{18E3AD8F-CC0E-4A75-8070-AD8E7F29C7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9788" y="5050533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59" name="sHeading5">
            <a:extLst>
              <a:ext uri="{FF2B5EF4-FFF2-40B4-BE49-F238E27FC236}">
                <a16:creationId xmlns:a16="http://schemas.microsoft.com/office/drawing/2014/main" id="{C45C8A20-B836-4D87-9F6D-019D83D75F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8" y="4734020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0" name="sContent3">
            <a:extLst>
              <a:ext uri="{FF2B5EF4-FFF2-40B4-BE49-F238E27FC236}">
                <a16:creationId xmlns:a16="http://schemas.microsoft.com/office/drawing/2014/main" id="{B17D1AD0-6107-4CF4-97E4-ECDCD4B143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525358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1" name="sHeading3">
            <a:extLst>
              <a:ext uri="{FF2B5EF4-FFF2-40B4-BE49-F238E27FC236}">
                <a16:creationId xmlns:a16="http://schemas.microsoft.com/office/drawing/2014/main" id="{589B1722-22D7-4E40-B4E2-9CB2B0396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8" y="320567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2" name="sContent1">
            <a:extLst>
              <a:ext uri="{FF2B5EF4-FFF2-40B4-BE49-F238E27FC236}">
                <a16:creationId xmlns:a16="http://schemas.microsoft.com/office/drawing/2014/main" id="{569C08BF-1E4B-42E2-B7B0-C2C6A2F8B0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2030820"/>
            <a:ext cx="5076000" cy="857968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3" name="sHeading1">
            <a:extLst>
              <a:ext uri="{FF2B5EF4-FFF2-40B4-BE49-F238E27FC236}">
                <a16:creationId xmlns:a16="http://schemas.microsoft.com/office/drawing/2014/main" id="{99996C8F-DC11-4F79-BD3B-43415DF946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8" y="1714501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  <p:sp>
        <p:nvSpPr>
          <p:cNvPr id="64" name="sContent5">
            <a:extLst>
              <a:ext uri="{FF2B5EF4-FFF2-40B4-BE49-F238E27FC236}">
                <a16:creationId xmlns:a16="http://schemas.microsoft.com/office/drawing/2014/main" id="{40A4F5C6-7D3D-4454-9CAE-891E477C4EE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4800" y="5050533"/>
            <a:ext cx="5076000" cy="857771"/>
          </a:xfrm>
          <a:solidFill>
            <a:schemeClr val="bg1">
              <a:lumMod val="95000"/>
            </a:schemeClr>
          </a:solidFill>
        </p:spPr>
        <p:txBody>
          <a:bodyPr wrap="square" lIns="72000" tIns="72000" rIns="72000" bIns="72000" anchor="t" anchorCtr="0">
            <a:noAutofit/>
          </a:bodyPr>
          <a:lstStyle>
            <a:lvl1pPr algn="l">
              <a:lnSpc>
                <a:spcPct val="120000"/>
              </a:lnSpc>
              <a:buNone/>
              <a:defRPr sz="1600">
                <a:latin typeface="GCO" pitchFamily="2" charset="0"/>
                <a:ea typeface="GCO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1600">
                <a:latin typeface="+mj-lt"/>
              </a:defRPr>
            </a:lvl2pPr>
            <a:lvl3pPr algn="l">
              <a:lnSpc>
                <a:spcPct val="120000"/>
              </a:lnSpc>
              <a:buNone/>
              <a:defRPr sz="1600">
                <a:latin typeface="+mj-lt"/>
              </a:defRPr>
            </a:lvl3pPr>
            <a:lvl4pPr marL="0" indent="0" algn="l">
              <a:lnSpc>
                <a:spcPct val="120000"/>
              </a:lnSpc>
              <a:buNone/>
              <a:defRPr sz="1600">
                <a:latin typeface="+mj-lt"/>
              </a:defRPr>
            </a:lvl4pPr>
            <a:lvl5pPr algn="l">
              <a:lnSpc>
                <a:spcPct val="12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s-ES" noProof="0"/>
              <a:t>Haga clic para agregar texto</a:t>
            </a:r>
          </a:p>
        </p:txBody>
      </p:sp>
      <p:sp>
        <p:nvSpPr>
          <p:cNvPr id="65" name="sHeading5">
            <a:extLst>
              <a:ext uri="{FF2B5EF4-FFF2-40B4-BE49-F238E27FC236}">
                <a16:creationId xmlns:a16="http://schemas.microsoft.com/office/drawing/2014/main" id="{52C4FFAB-C009-49FC-90F1-CDF27BA8BF9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4800" y="4734020"/>
            <a:ext cx="5076000" cy="314925"/>
          </a:xfrm>
          <a:solidFill>
            <a:schemeClr val="bg1">
              <a:lumMod val="95000"/>
            </a:schemeClr>
          </a:solidFill>
        </p:spPr>
        <p:txBody>
          <a:bodyPr wrap="none" lIns="72000" tIns="0" rIns="0" bIns="0" anchor="ctr" anchorCtr="0">
            <a:noAutofit/>
          </a:bodyPr>
          <a:lstStyle>
            <a:lvl1pPr algn="l">
              <a:buNone/>
              <a:defRPr sz="1600" b="1">
                <a:solidFill>
                  <a:schemeClr val="tx1"/>
                </a:solidFill>
                <a:latin typeface="GCO" pitchFamily="2" charset="0"/>
                <a:ea typeface="GCO" pitchFamily="2" charset="0"/>
              </a:defRPr>
            </a:lvl1pPr>
            <a:lvl2pPr marL="0" indent="0">
              <a:buNone/>
              <a:defRPr sz="2000"/>
            </a:lvl2pPr>
            <a:lvl3pPr>
              <a:buNone/>
              <a:defRPr sz="2000"/>
            </a:lvl3pPr>
            <a:lvl4pPr marL="0" indent="0"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s-ES" noProof="0"/>
              <a:t>Haga clic para agregar título</a:t>
            </a:r>
          </a:p>
        </p:txBody>
      </p:sp>
    </p:spTree>
    <p:extLst>
      <p:ext uri="{BB962C8B-B14F-4D97-AF65-F5344CB8AC3E}">
        <p14:creationId xmlns:p14="http://schemas.microsoft.com/office/powerpoint/2010/main" val="86672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5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798E9-F47A-46A5-AD46-552FC42A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A710-B57D-4923-8C56-A64268EB65FB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218788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EB80AD8-EF2C-483A-8E21-A291A04AC449}"/>
              </a:ext>
            </a:extLst>
          </p:cNvPr>
          <p:cNvSpPr txBox="1">
            <a:spLocks/>
          </p:cNvSpPr>
          <p:nvPr userDrawn="1"/>
        </p:nvSpPr>
        <p:spPr>
          <a:xfrm>
            <a:off x="4513608" y="3301057"/>
            <a:ext cx="3188119" cy="35206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ca-ES" sz="2400" b="1" kern="120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_tradnl" sz="2800">
                <a:latin typeface="GCO" pitchFamily="2" charset="0"/>
                <a:ea typeface="GCO" pitchFamily="2" charset="0"/>
              </a:rPr>
              <a:t>Gracias </a:t>
            </a:r>
          </a:p>
        </p:txBody>
      </p:sp>
    </p:spTree>
    <p:extLst>
      <p:ext uri="{BB962C8B-B14F-4D97-AF65-F5344CB8AC3E}">
        <p14:creationId xmlns:p14="http://schemas.microsoft.com/office/powerpoint/2010/main" val="352737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0581B-7577-4387-BA41-ECB2A58C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00" y="720000"/>
            <a:ext cx="10512000" cy="686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lvl="0"/>
            <a:r>
              <a:rPr lang="es-ES" noProof="0"/>
              <a:t>Haga clic aquí para agregar título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BB91-5D71-4FE7-9A70-209A2B499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000" y="1980000"/>
            <a:ext cx="10512000" cy="393343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069F5-0F01-4AD3-8F5C-61E282DA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9778" y="6487200"/>
            <a:ext cx="432222" cy="140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ca-ES" sz="900" smtClean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11D74-A384-4107-8F30-3DB7C9C58E80}"/>
              </a:ext>
            </a:extLst>
          </p:cNvPr>
          <p:cNvSpPr/>
          <p:nvPr userDrawn="1"/>
        </p:nvSpPr>
        <p:spPr>
          <a:xfrm>
            <a:off x="0" y="0"/>
            <a:ext cx="121932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D0123BC-D516-E888-6E7B-DF2D34D5BC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26963" y="6176878"/>
            <a:ext cx="965951" cy="3103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213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07" r:id="rId3"/>
    <p:sldLayoutId id="214748370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ca-ES" sz="2400" b="1" kern="1200" dirty="0">
          <a:solidFill>
            <a:srgbClr val="000000"/>
          </a:solidFill>
          <a:latin typeface="+mj-lt"/>
          <a:ea typeface="Catalana" panose="01000000000000000000" pitchFamily="50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6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1pPr>
      <a:lvl2pPr marL="2844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2pPr>
      <a:lvl3pPr marL="7416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3pPr>
      <a:lvl4pPr marL="1168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4pPr>
      <a:lvl5pPr marL="161131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1159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0581B-7577-4387-BA41-ECB2A58C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00" y="720000"/>
            <a:ext cx="10512000" cy="686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lvl="0"/>
            <a:r>
              <a:rPr lang="es-ES" noProof="0"/>
              <a:t>Haga clic aquí para agregar título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BB91-5D71-4FE7-9A70-209A2B499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6000" y="1980000"/>
            <a:ext cx="10512000" cy="393343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069F5-0F01-4AD3-8F5C-61E282DA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9778" y="6487200"/>
            <a:ext cx="432222" cy="140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ca-ES" sz="900" smtClean="0">
                <a:solidFill>
                  <a:srgbClr val="000000"/>
                </a:solidFill>
                <a:latin typeface="GCO" pitchFamily="2" charset="0"/>
                <a:ea typeface="GCO" pitchFamily="2" charset="0"/>
              </a:defRPr>
            </a:lvl1pPr>
          </a:lstStyle>
          <a:p>
            <a:fld id="{E361A710-B57D-4923-8C56-A64268EB65FB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11D74-A384-4107-8F30-3DB7C9C58E80}"/>
              </a:ext>
            </a:extLst>
          </p:cNvPr>
          <p:cNvSpPr/>
          <p:nvPr userDrawn="1"/>
        </p:nvSpPr>
        <p:spPr>
          <a:xfrm>
            <a:off x="0" y="0"/>
            <a:ext cx="121932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D0123BC-D516-E888-6E7B-DF2D34D5BC4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26963" y="6176878"/>
            <a:ext cx="965951" cy="3103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276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ca-ES" sz="2400" b="1" kern="1200" dirty="0">
          <a:solidFill>
            <a:srgbClr val="000000"/>
          </a:solidFill>
          <a:latin typeface="+mj-lt"/>
          <a:ea typeface="Catalana" panose="01000000000000000000" pitchFamily="50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6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1pPr>
      <a:lvl2pPr marL="2844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2pPr>
      <a:lvl3pPr marL="7416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3pPr>
      <a:lvl4pPr marL="1168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4pPr>
      <a:lvl5pPr marL="161131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rgbClr val="000000"/>
          </a:solidFill>
          <a:latin typeface="+mn-lt"/>
          <a:ea typeface="Catalana" panose="01000000000000000000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CB08470-7C84-B58A-8B02-DAE629B2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05" y="81699"/>
            <a:ext cx="3686995" cy="402950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4047714-CB8C-D7DC-3428-F611E2775BBB}"/>
              </a:ext>
            </a:extLst>
          </p:cNvPr>
          <p:cNvSpPr/>
          <p:nvPr/>
        </p:nvSpPr>
        <p:spPr>
          <a:xfrm>
            <a:off x="5154825" y="0"/>
            <a:ext cx="7076740" cy="6858000"/>
          </a:xfrm>
          <a:prstGeom prst="rect">
            <a:avLst/>
          </a:prstGeom>
          <a:solidFill>
            <a:srgbClr val="C00000"/>
          </a:solidFill>
          <a:ln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0937BA8-835F-5678-5DF9-F5F41F9E5ACA}"/>
              </a:ext>
            </a:extLst>
          </p:cNvPr>
          <p:cNvSpPr txBox="1">
            <a:spLocks/>
          </p:cNvSpPr>
          <p:nvPr/>
        </p:nvSpPr>
        <p:spPr>
          <a:xfrm>
            <a:off x="5671126" y="791454"/>
            <a:ext cx="6308437" cy="2387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ES" sz="7200" err="1">
                <a:solidFill>
                  <a:schemeClr val="tx1"/>
                </a:solidFill>
                <a:latin typeface="Catalana Sans" panose="02000000000000020000" pitchFamily="50" charset="0"/>
                <a:ea typeface="Catalana Sans" panose="02000000000000020000" pitchFamily="50" charset="0"/>
              </a:rPr>
              <a:t>Github</a:t>
            </a:r>
            <a:r>
              <a:rPr lang="es-ES" sz="7200">
                <a:solidFill>
                  <a:schemeClr val="tx1"/>
                </a:solidFill>
                <a:latin typeface="Catalana Sans" panose="02000000000000020000" pitchFamily="50" charset="0"/>
                <a:ea typeface="Catalana Sans" panose="02000000000000020000" pitchFamily="50" charset="0"/>
              </a:rPr>
              <a:t> </a:t>
            </a:r>
            <a:r>
              <a:rPr lang="es-ES" sz="7200" err="1">
                <a:solidFill>
                  <a:schemeClr val="tx1"/>
                </a:solidFill>
                <a:latin typeface="Catalana Sans" panose="02000000000000020000" pitchFamily="50" charset="0"/>
                <a:ea typeface="Catalana Sans" panose="02000000000000020000" pitchFamily="50" charset="0"/>
              </a:rPr>
              <a:t>Copilot</a:t>
            </a:r>
            <a:endParaRPr lang="es-ES" sz="5400">
              <a:solidFill>
                <a:schemeClr val="tx1"/>
              </a:solidFill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FF1A4BA-5F11-F5DD-F24F-D348C2AC1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4983" y="5539575"/>
            <a:ext cx="2048135" cy="416877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289E4A8-F4C5-8375-7A5A-965F06EC18DB}"/>
              </a:ext>
            </a:extLst>
          </p:cNvPr>
          <p:cNvCxnSpPr>
            <a:cxnSpLocks/>
          </p:cNvCxnSpPr>
          <p:nvPr/>
        </p:nvCxnSpPr>
        <p:spPr>
          <a:xfrm>
            <a:off x="5567632" y="4953304"/>
            <a:ext cx="6181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Subtítulo 2">
            <a:extLst>
              <a:ext uri="{FF2B5EF4-FFF2-40B4-BE49-F238E27FC236}">
                <a16:creationId xmlns:a16="http://schemas.microsoft.com/office/drawing/2014/main" id="{405F840B-FC17-59B9-08C5-3BBDC4656D54}"/>
              </a:ext>
            </a:extLst>
          </p:cNvPr>
          <p:cNvSpPr txBox="1">
            <a:spLocks/>
          </p:cNvSpPr>
          <p:nvPr/>
        </p:nvSpPr>
        <p:spPr>
          <a:xfrm>
            <a:off x="5567632" y="3292994"/>
            <a:ext cx="5667615" cy="137475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200">
                <a:solidFill>
                  <a:schemeClr val="tx1"/>
                </a:solidFill>
                <a:latin typeface="Catalana Sans"/>
                <a:ea typeface="Catalana Sans" panose="02000000000000020000" pitchFamily="50" charset="0"/>
              </a:rPr>
              <a:t>Fase II – Plan de Implantación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DFEB-FA93-907B-99DA-5F48A6E6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BE5A-FEF7-BF52-A806-555A246C3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800" y="1692998"/>
            <a:ext cx="10512000" cy="4220440"/>
          </a:xfrm>
        </p:spPr>
        <p:txBody>
          <a:bodyPr/>
          <a:lstStyle/>
          <a:p>
            <a:r>
              <a:rPr lang="es-ES"/>
              <a:t>Punto 1</a:t>
            </a:r>
          </a:p>
          <a:p>
            <a:r>
              <a:rPr lang="es-ES"/>
              <a:t>Punto 2</a:t>
            </a:r>
          </a:p>
          <a:p>
            <a:r>
              <a:rPr lang="es-ES"/>
              <a:t>Punto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8F56D-4BEC-4AD4-FFC7-C94A48A8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778" y="6487200"/>
            <a:ext cx="432222" cy="140400"/>
          </a:xfrm>
        </p:spPr>
        <p:txBody>
          <a:bodyPr/>
          <a:lstStyle/>
          <a:p>
            <a:pPr lvl="0"/>
            <a:fld id="{E361A710-B57D-4923-8C56-A64268EB65FB}" type="slidenum">
              <a:rPr lang="es-ES" noProof="0" smtClean="0"/>
              <a:pPr lvl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65591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969316"/>
            <a:ext cx="10512000" cy="3471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000" spc="60">
                <a:solidFill>
                  <a:schemeClr val="tx1"/>
                </a:solidFill>
              </a:rPr>
              <a:t>Realizado hasta ahora</a:t>
            </a:r>
            <a:br>
              <a:rPr lang="es-ES" sz="1800" spc="60">
                <a:solidFill>
                  <a:schemeClr val="tx1"/>
                </a:solidFill>
              </a:rPr>
            </a:br>
            <a:endParaRPr lang="es-ES" sz="1800" b="0" spc="60">
              <a:solidFill>
                <a:schemeClr val="tx1"/>
              </a:solidFill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CFE2D4-8D61-4F79-71B4-436E0DFBF468}"/>
              </a:ext>
            </a:extLst>
          </p:cNvPr>
          <p:cNvSpPr txBox="1"/>
          <p:nvPr/>
        </p:nvSpPr>
        <p:spPr>
          <a:xfrm>
            <a:off x="611400" y="1552903"/>
            <a:ext cx="100460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Realizadas dos rondas de entrevistas con los 21 “</a:t>
            </a:r>
            <a:r>
              <a:rPr lang="es-ES" sz="1600" spc="60" err="1">
                <a:latin typeface="Catalana Sans" panose="02000000000000020000" pitchFamily="50" charset="0"/>
                <a:ea typeface="Catalana Sans" panose="02000000000000020000" pitchFamily="50" charset="0"/>
              </a:rPr>
              <a:t>champions</a:t>
            </a: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”.</a:t>
            </a:r>
            <a:b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</a:br>
            <a:endParaRPr lang="es-ES" sz="1600" spc="60">
              <a:latin typeface="Catalana Sans" panose="02000000000000020000" pitchFamily="50" charset="0"/>
              <a:ea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Identificadas las principales actividades donde más provecho se puede sacar de </a:t>
            </a:r>
            <a:r>
              <a:rPr lang="es-ES" sz="1600" spc="60" err="1">
                <a:latin typeface="Catalana Sans" panose="02000000000000020000" pitchFamily="50" charset="0"/>
                <a:ea typeface="Catalana Sans" panose="02000000000000020000" pitchFamily="50" charset="0"/>
              </a:rPr>
              <a:t>Github</a:t>
            </a: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 </a:t>
            </a:r>
            <a:r>
              <a:rPr lang="es-ES" sz="1600" spc="60" err="1">
                <a:latin typeface="Catalana Sans" panose="02000000000000020000" pitchFamily="50" charset="0"/>
                <a:ea typeface="Catalana Sans" panose="02000000000000020000" pitchFamily="50" charset="0"/>
              </a:rPr>
              <a:t>Copilot</a:t>
            </a: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 (Desarrollo, Mantenimiento, </a:t>
            </a:r>
            <a:r>
              <a:rPr lang="es-ES" sz="1600" spc="60" err="1">
                <a:latin typeface="Catalana Sans" panose="02000000000000020000" pitchFamily="50" charset="0"/>
                <a:ea typeface="Catalana Sans" panose="02000000000000020000" pitchFamily="50" charset="0"/>
              </a:rPr>
              <a:t>Debug</a:t>
            </a: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, Documentación,…).</a:t>
            </a:r>
            <a:b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</a:br>
            <a:endParaRPr lang="es-ES" sz="1600" spc="60">
              <a:latin typeface="Catalana Sans" panose="02000000000000020000" pitchFamily="50" charset="0"/>
              <a:ea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>
                <a:latin typeface="Catalana Sans" panose="02000000000000020000" pitchFamily="50" charset="0"/>
                <a:ea typeface="Catalana Sans" panose="02000000000000020000" pitchFamily="50" charset="0"/>
              </a:rPr>
              <a:t>Creación de un portal de casos de uso y documentación de la implementación.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pc="60">
              <a:latin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>
                <a:latin typeface="Catalana Sans" panose="02000000000000020000" pitchFamily="50" charset="0"/>
              </a:rPr>
              <a:t>Análisis de técnicos, tecnologías y tipologías de trabajo.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94545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B643E-1030-21F7-2B8F-C29F3CEE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645" y="3085881"/>
            <a:ext cx="2521766" cy="686238"/>
          </a:xfrm>
        </p:spPr>
        <p:txBody>
          <a:bodyPr/>
          <a:lstStyle/>
          <a:p>
            <a:r>
              <a:rPr lang="es-ES"/>
              <a:t>Plan de Acción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454727-6488-A699-A096-65E6B8AB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1A710-B57D-4923-8C56-A64268EB65FB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17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2990-61DA-8772-61B2-B3BE5950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1FEB8-A425-4F44-B686-50ECDC3C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969316"/>
            <a:ext cx="10512000" cy="34710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2000" spc="60" dirty="0">
                <a:solidFill>
                  <a:schemeClr val="tx1"/>
                </a:solidFill>
              </a:rPr>
              <a:t>Siguiente Fase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586CBB4-1387-35C9-5785-AEF205F3FF3D}"/>
              </a:ext>
            </a:extLst>
          </p:cNvPr>
          <p:cNvSpPr txBox="1"/>
          <p:nvPr/>
        </p:nvSpPr>
        <p:spPr>
          <a:xfrm>
            <a:off x="611400" y="1552903"/>
            <a:ext cx="1004609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 dirty="0">
                <a:latin typeface="Catalana Sans"/>
                <a:ea typeface="Catalana Sans" panose="02000000000000020000" pitchFamily="50" charset="0"/>
              </a:rPr>
              <a:t>Se ha seleccionado un conjunto de desarrolladores de distintas áreas, con los cuales se realizarán reuniones de </a:t>
            </a:r>
            <a:r>
              <a:rPr lang="es-ES" sz="1600" b="1" spc="60" err="1">
                <a:latin typeface="Catalana Sans"/>
                <a:ea typeface="Catalana Sans" panose="02000000000000020000" pitchFamily="50" charset="0"/>
              </a:rPr>
              <a:t>Discovering</a:t>
            </a:r>
            <a:r>
              <a:rPr lang="es-ES" sz="1600" b="1" spc="60" dirty="0">
                <a:latin typeface="Catalana Sans"/>
                <a:ea typeface="Catalana Sans" panose="02000000000000020000" pitchFamily="50" charset="0"/>
              </a:rPr>
              <a:t> and </a:t>
            </a:r>
            <a:r>
              <a:rPr lang="es-ES" sz="1600" b="1" spc="60" err="1">
                <a:latin typeface="Catalana Sans"/>
                <a:ea typeface="Catalana Sans" panose="02000000000000020000" pitchFamily="50" charset="0"/>
              </a:rPr>
              <a:t>Shadowing</a:t>
            </a:r>
            <a:r>
              <a:rPr lang="es-ES" sz="1600" spc="60" dirty="0">
                <a:latin typeface="Catalana Sans"/>
                <a:ea typeface="Catalana Sans" panose="02000000000000020000" pitchFamily="50" charset="0"/>
              </a:rPr>
              <a:t> para extrapolar casos de usos transversales.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pc="60" dirty="0">
              <a:latin typeface="Catalana Sans"/>
              <a:ea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 dirty="0">
                <a:latin typeface="Catalana Sans"/>
                <a:ea typeface="Catalana Sans" panose="02000000000000020000" pitchFamily="50" charset="0"/>
              </a:rPr>
              <a:t>Estas reuniones han de ser de 2 horas, para acompañarlos en su quehacer diario y comprender como "hacen las cosas"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pc="60" dirty="0">
              <a:latin typeface="Catalana Sans"/>
              <a:ea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pc="60" dirty="0">
                <a:latin typeface="Catalana Sans"/>
              </a:rPr>
              <a:t>A la fecha se han realizado 2 sesiones de 2 horas y las siguientes reuniones ya se encuentran agendadas.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pc="60">
              <a:latin typeface="Catalana Sans" panose="0200000000000002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pc="60" dirty="0">
              <a:latin typeface="Catalana Sans"/>
            </a:endParaRPr>
          </a:p>
        </p:txBody>
      </p:sp>
    </p:spTree>
    <p:extLst>
      <p:ext uri="{BB962C8B-B14F-4D97-AF65-F5344CB8AC3E}">
        <p14:creationId xmlns:p14="http://schemas.microsoft.com/office/powerpoint/2010/main" val="380476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26F2-7407-E568-D225-00D23690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1FF5AE3-9E02-210D-D856-263E4AB18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11108"/>
              </p:ext>
            </p:extLst>
          </p:nvPr>
        </p:nvGraphicFramePr>
        <p:xfrm>
          <a:off x="2032000" y="2237181"/>
          <a:ext cx="8128000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992697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8897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/>
                        <a:t>CABECERA</a:t>
                      </a:r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8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4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3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9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2E545-C60C-42DC-AC67-DB8B5CB4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0683B-76A2-36AA-3D70-5647E85D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969316"/>
            <a:ext cx="10512000" cy="3471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000" spc="60" err="1">
                <a:solidFill>
                  <a:schemeClr val="tx1"/>
                </a:solidFill>
              </a:rPr>
              <a:t>Shadowing</a:t>
            </a:r>
            <a:r>
              <a:rPr lang="es-ES" sz="2000" spc="60">
                <a:solidFill>
                  <a:schemeClr val="tx1"/>
                </a:solidFill>
              </a:rPr>
              <a:t> – Auditoría de usuarios</a:t>
            </a:r>
            <a:endParaRPr lang="es-ES" sz="1800" b="0" spc="60">
              <a:solidFill>
                <a:schemeClr val="tx1"/>
              </a:solidFill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D8D95F-70CC-1C1A-445C-72B2E4183D8E}"/>
              </a:ext>
            </a:extLst>
          </p:cNvPr>
          <p:cNvSpPr txBox="1"/>
          <p:nvPr/>
        </p:nvSpPr>
        <p:spPr>
          <a:xfrm>
            <a:off x="611400" y="1552903"/>
            <a:ext cx="100460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/>
              <a:t>Los datos de los desarrolladores actualizados son:</a:t>
            </a:r>
          </a:p>
          <a:p>
            <a:endParaRPr lang="es-ES" sz="1600"/>
          </a:p>
          <a:p>
            <a:endParaRPr lang="es-ES" sz="1600"/>
          </a:p>
          <a:p>
            <a:endParaRPr lang="es-ES" sz="1600"/>
          </a:p>
          <a:p>
            <a:pPr marL="285750" indent="-285750">
              <a:buFontTx/>
              <a:buChar char="-"/>
            </a:pPr>
            <a:endParaRPr lang="es-ES" sz="16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4BB63F9-4969-8450-961F-71752AC5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69004"/>
              </p:ext>
            </p:extLst>
          </p:nvPr>
        </p:nvGraphicFramePr>
        <p:xfrm>
          <a:off x="656005" y="2365242"/>
          <a:ext cx="3291742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62943">
                  <a:extLst>
                    <a:ext uri="{9D8B030D-6E8A-4147-A177-3AD203B41FA5}">
                      <a16:colId xmlns:a16="http://schemas.microsoft.com/office/drawing/2014/main" val="3699269727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1888897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/>
                        <a:t>TECNOLOGÍA</a:t>
                      </a:r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COBOL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8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4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DB2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3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37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72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err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Javascript</a:t>
                      </a:r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1659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54B9B18-D4B7-B811-1B31-08BFE04D9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522939"/>
              </p:ext>
            </p:extLst>
          </p:nvPr>
        </p:nvGraphicFramePr>
        <p:xfrm>
          <a:off x="4231318" y="2365242"/>
          <a:ext cx="3729363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5201">
                  <a:extLst>
                    <a:ext uri="{9D8B030D-6E8A-4147-A177-3AD203B41FA5}">
                      <a16:colId xmlns:a16="http://schemas.microsoft.com/office/drawing/2014/main" val="3699269727"/>
                    </a:ext>
                  </a:extLst>
                </a:gridCol>
                <a:gridCol w="1644162">
                  <a:extLst>
                    <a:ext uri="{9D8B030D-6E8A-4147-A177-3AD203B41FA5}">
                      <a16:colId xmlns:a16="http://schemas.microsoft.com/office/drawing/2014/main" val="1888897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TIPOLOGÍA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PROYECTOS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8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MANTENIMIENTOS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4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INCIDENCIAS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3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SOPORTE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37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07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A997-49E5-CF10-00AA-D3463BA3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2F1D1-56AE-4EFA-6BC4-30ACEFCE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969316"/>
            <a:ext cx="10512000" cy="3471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000" spc="60" err="1">
                <a:solidFill>
                  <a:schemeClr val="tx1"/>
                </a:solidFill>
              </a:rPr>
              <a:t>Shadowing</a:t>
            </a:r>
            <a:r>
              <a:rPr lang="es-ES" sz="2000" spc="60">
                <a:solidFill>
                  <a:schemeClr val="tx1"/>
                </a:solidFill>
              </a:rPr>
              <a:t> – Selección</a:t>
            </a:r>
            <a:endParaRPr lang="es-ES" sz="1800" b="0" spc="60">
              <a:solidFill>
                <a:schemeClr val="tx1"/>
              </a:solidFill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76A668-8BE8-509E-3F88-6DABAA1211BC}"/>
              </a:ext>
            </a:extLst>
          </p:cNvPr>
          <p:cNvSpPr txBox="1"/>
          <p:nvPr/>
        </p:nvSpPr>
        <p:spPr>
          <a:xfrm>
            <a:off x="611400" y="1552903"/>
            <a:ext cx="100460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/>
              <a:t>Los datos </a:t>
            </a:r>
          </a:p>
          <a:p>
            <a:endParaRPr lang="es-ES" sz="1600"/>
          </a:p>
          <a:p>
            <a:endParaRPr lang="es-ES" sz="1600"/>
          </a:p>
          <a:p>
            <a:endParaRPr lang="es-ES" sz="1600"/>
          </a:p>
          <a:p>
            <a:pPr marL="285750" indent="-285750">
              <a:buFontTx/>
              <a:buChar char="-"/>
            </a:pPr>
            <a:endParaRPr lang="es-ES" sz="16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C0B48FA-A246-E30E-7B38-DB2A26B1B119}"/>
              </a:ext>
            </a:extLst>
          </p:cNvPr>
          <p:cNvGraphicFramePr>
            <a:graphicFrameLocks noGrp="1"/>
          </p:cNvGraphicFramePr>
          <p:nvPr/>
        </p:nvGraphicFramePr>
        <p:xfrm>
          <a:off x="656005" y="2365242"/>
          <a:ext cx="3291742" cy="259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62943">
                  <a:extLst>
                    <a:ext uri="{9D8B030D-6E8A-4147-A177-3AD203B41FA5}">
                      <a16:colId xmlns:a16="http://schemas.microsoft.com/office/drawing/2014/main" val="3699269727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1888897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/>
                        <a:t>TECNOLOGÍA</a:t>
                      </a:r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COBOL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8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4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DB2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3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37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72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err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Javascript</a:t>
                      </a:r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1659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4F28C38-C236-8DD1-3DCF-EDB11156AF45}"/>
              </a:ext>
            </a:extLst>
          </p:cNvPr>
          <p:cNvGraphicFramePr>
            <a:graphicFrameLocks noGrp="1"/>
          </p:cNvGraphicFramePr>
          <p:nvPr/>
        </p:nvGraphicFramePr>
        <p:xfrm>
          <a:off x="4231318" y="2365242"/>
          <a:ext cx="3729363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5201">
                  <a:extLst>
                    <a:ext uri="{9D8B030D-6E8A-4147-A177-3AD203B41FA5}">
                      <a16:colId xmlns:a16="http://schemas.microsoft.com/office/drawing/2014/main" val="3699269727"/>
                    </a:ext>
                  </a:extLst>
                </a:gridCol>
                <a:gridCol w="1644162">
                  <a:extLst>
                    <a:ext uri="{9D8B030D-6E8A-4147-A177-3AD203B41FA5}">
                      <a16:colId xmlns:a16="http://schemas.microsoft.com/office/drawing/2014/main" val="1888897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TIPOLOGÍA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USUARIOS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43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PROYECTOS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78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MANTENIMIENTOS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49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INCIDENCIAS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63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>
                          <a:latin typeface="GCO" panose="01000000000000000000" pitchFamily="50" charset="0"/>
                          <a:ea typeface="GCO" panose="01000000000000000000" pitchFamily="50" charset="0"/>
                        </a:rPr>
                        <a:t>SOPORTE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b="1">
                        <a:latin typeface="GCO" panose="01000000000000000000" pitchFamily="50" charset="0"/>
                        <a:ea typeface="GCO" panose="01000000000000000000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371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20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56">
            <a:extLst>
              <a:ext uri="{FF2B5EF4-FFF2-40B4-BE49-F238E27FC236}">
                <a16:creationId xmlns:a16="http://schemas.microsoft.com/office/drawing/2014/main" id="{15E1DC8E-03E0-899E-4F70-D6F2F4D9C1F3}"/>
              </a:ext>
            </a:extLst>
          </p:cNvPr>
          <p:cNvSpPr/>
          <p:nvPr/>
        </p:nvSpPr>
        <p:spPr>
          <a:xfrm>
            <a:off x="442087" y="423142"/>
            <a:ext cx="5402504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talana Sans" panose="02000000000000020000" pitchFamily="50" charset="0"/>
                <a:ea typeface="Catalana Sans" panose="02000000000000020000" pitchFamily="50" charset="0"/>
              </a:rPr>
              <a:t>Planificación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21E4BD7-6A87-18F9-4F3C-38BE3950ED7A}"/>
              </a:ext>
            </a:extLst>
          </p:cNvPr>
          <p:cNvCxnSpPr>
            <a:cxnSpLocks/>
          </p:cNvCxnSpPr>
          <p:nvPr/>
        </p:nvCxnSpPr>
        <p:spPr>
          <a:xfrm>
            <a:off x="-3850" y="4093593"/>
            <a:ext cx="12192000" cy="0"/>
          </a:xfrm>
          <a:prstGeom prst="line">
            <a:avLst/>
          </a:prstGeom>
          <a:ln w="193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91E88839-B2D7-9E35-4CF4-D067CC0311B9}"/>
              </a:ext>
            </a:extLst>
          </p:cNvPr>
          <p:cNvSpPr/>
          <p:nvPr/>
        </p:nvSpPr>
        <p:spPr>
          <a:xfrm>
            <a:off x="263769" y="3923399"/>
            <a:ext cx="2668870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FAB81F-3344-9148-E5F3-7E41F14921B6}"/>
              </a:ext>
            </a:extLst>
          </p:cNvPr>
          <p:cNvSpPr/>
          <p:nvPr/>
        </p:nvSpPr>
        <p:spPr>
          <a:xfrm>
            <a:off x="3191685" y="3914163"/>
            <a:ext cx="720436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D912AAB-CD42-E581-43FC-0B4FE3C8723A}"/>
              </a:ext>
            </a:extLst>
          </p:cNvPr>
          <p:cNvSpPr/>
          <p:nvPr/>
        </p:nvSpPr>
        <p:spPr>
          <a:xfrm>
            <a:off x="4171167" y="3904927"/>
            <a:ext cx="4668806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16D188A-CA82-3B4D-DED9-9E6AF16C7FCD}"/>
              </a:ext>
            </a:extLst>
          </p:cNvPr>
          <p:cNvSpPr/>
          <p:nvPr/>
        </p:nvSpPr>
        <p:spPr>
          <a:xfrm>
            <a:off x="9081435" y="3904927"/>
            <a:ext cx="720436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B097991-F51E-FE71-1EF5-75711DC8C5BB}"/>
              </a:ext>
            </a:extLst>
          </p:cNvPr>
          <p:cNvSpPr/>
          <p:nvPr/>
        </p:nvSpPr>
        <p:spPr>
          <a:xfrm>
            <a:off x="10017124" y="3904927"/>
            <a:ext cx="720436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C5CF2C5-5553-F1AC-517E-400A9799717B}"/>
              </a:ext>
            </a:extLst>
          </p:cNvPr>
          <p:cNvSpPr/>
          <p:nvPr/>
        </p:nvSpPr>
        <p:spPr>
          <a:xfrm>
            <a:off x="10941407" y="3904927"/>
            <a:ext cx="630165" cy="358859"/>
          </a:xfrm>
          <a:prstGeom prst="rect">
            <a:avLst/>
          </a:prstGeom>
          <a:solidFill>
            <a:schemeClr val="bg1"/>
          </a:solidFill>
          <a:ln w="25400">
            <a:solidFill>
              <a:srgbClr val="DC0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644B76EF-3918-52B6-4AE1-5E6E6621BE51}"/>
              </a:ext>
            </a:extLst>
          </p:cNvPr>
          <p:cNvSpPr/>
          <p:nvPr/>
        </p:nvSpPr>
        <p:spPr>
          <a:xfrm>
            <a:off x="468624" y="1516632"/>
            <a:ext cx="1599576" cy="1506074"/>
          </a:xfrm>
          <a:prstGeom prst="roundRect">
            <a:avLst>
              <a:gd name="adj" fmla="val 13150"/>
            </a:avLst>
          </a:prstGeom>
          <a:ln w="25400">
            <a:solidFill>
              <a:srgbClr val="DC002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talana Sans" panose="02000000000000020000" pitchFamily="50" charset="0"/>
                <a:ea typeface="Catalana Sans" panose="02000000000000020000" pitchFamily="50" charset="0"/>
              </a:rPr>
              <a:t>Fase de “</a:t>
            </a:r>
            <a:r>
              <a:rPr kumimoji="0" lang="es-ES" sz="180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talana Sans" panose="02000000000000020000" pitchFamily="50" charset="0"/>
                <a:ea typeface="Catalana Sans" panose="02000000000000020000" pitchFamily="50" charset="0"/>
              </a:rPr>
              <a:t>shadowing</a:t>
            </a:r>
            <a:r>
              <a:rPr kumimoji="0" lang="es-ES" sz="18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talana Sans" panose="02000000000000020000" pitchFamily="50" charset="0"/>
                <a:ea typeface="Catalana Sans" panose="02000000000000020000" pitchFamily="50" charset="0"/>
              </a:rPr>
              <a:t>”</a:t>
            </a:r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2DDF662C-2C16-58A6-BEC2-3785D4A3E62D}"/>
              </a:ext>
            </a:extLst>
          </p:cNvPr>
          <p:cNvCxnSpPr>
            <a:cxnSpLocks/>
            <a:stCxn id="8" idx="0"/>
            <a:endCxn id="24" idx="2"/>
          </p:cNvCxnSpPr>
          <p:nvPr/>
        </p:nvCxnSpPr>
        <p:spPr>
          <a:xfrm rot="16200000" flipV="1">
            <a:off x="982962" y="3308157"/>
            <a:ext cx="900693" cy="329792"/>
          </a:xfrm>
          <a:prstGeom prst="bentConnector3">
            <a:avLst>
              <a:gd name="adj1" fmla="val 50000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474F619A-9DF4-72CC-9072-F71132D7CA6C}"/>
              </a:ext>
            </a:extLst>
          </p:cNvPr>
          <p:cNvSpPr/>
          <p:nvPr/>
        </p:nvSpPr>
        <p:spPr>
          <a:xfrm>
            <a:off x="2573220" y="1774238"/>
            <a:ext cx="1645257" cy="913777"/>
          </a:xfrm>
          <a:prstGeom prst="roundRect">
            <a:avLst>
              <a:gd name="adj" fmla="val 13150"/>
            </a:avLst>
          </a:prstGeom>
          <a:ln w="25400">
            <a:solidFill>
              <a:srgbClr val="DC002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prstClr val="black"/>
                </a:solidFill>
                <a:latin typeface="Catalana Sans" panose="02000000000000020000" pitchFamily="50" charset="0"/>
              </a:rPr>
              <a:t>Análisis </a:t>
            </a:r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0530585C-5B21-038C-FA82-02ADB76D06A2}"/>
              </a:ext>
            </a:extLst>
          </p:cNvPr>
          <p:cNvCxnSpPr>
            <a:cxnSpLocks/>
            <a:stCxn id="9" idx="0"/>
            <a:endCxn id="34" idx="2"/>
          </p:cNvCxnSpPr>
          <p:nvPr/>
        </p:nvCxnSpPr>
        <p:spPr>
          <a:xfrm rot="16200000" flipV="1">
            <a:off x="2860802" y="3223062"/>
            <a:ext cx="1226148" cy="156054"/>
          </a:xfrm>
          <a:prstGeom prst="bentConnector3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17599560-9055-56BE-CD11-BF74EC953689}"/>
              </a:ext>
            </a:extLst>
          </p:cNvPr>
          <p:cNvCxnSpPr>
            <a:cxnSpLocks/>
            <a:stCxn id="14" idx="0"/>
            <a:endCxn id="55" idx="2"/>
          </p:cNvCxnSpPr>
          <p:nvPr/>
        </p:nvCxnSpPr>
        <p:spPr>
          <a:xfrm rot="16200000" flipV="1">
            <a:off x="5966449" y="3365806"/>
            <a:ext cx="951854" cy="126388"/>
          </a:xfrm>
          <a:prstGeom prst="bentConnector3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B7F3B8EA-5112-02A2-5A2D-ED166C36B101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V="1">
            <a:off x="10607193" y="3255630"/>
            <a:ext cx="859016" cy="439578"/>
          </a:xfrm>
          <a:prstGeom prst="bentConnector3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69C54B31-9794-CC7D-567F-4A85537E7DB3}"/>
              </a:ext>
            </a:extLst>
          </p:cNvPr>
          <p:cNvCxnSpPr>
            <a:cxnSpLocks/>
            <a:stCxn id="16" idx="0"/>
            <a:endCxn id="60" idx="2"/>
          </p:cNvCxnSpPr>
          <p:nvPr/>
        </p:nvCxnSpPr>
        <p:spPr>
          <a:xfrm rot="16200000" flipV="1">
            <a:off x="8726701" y="3189975"/>
            <a:ext cx="864923" cy="564982"/>
          </a:xfrm>
          <a:prstGeom prst="bentConnector3">
            <a:avLst>
              <a:gd name="adj1" fmla="val 50000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56">
            <a:extLst>
              <a:ext uri="{FF2B5EF4-FFF2-40B4-BE49-F238E27FC236}">
                <a16:creationId xmlns:a16="http://schemas.microsoft.com/office/drawing/2014/main" id="{F961CBCB-9DB6-DCFE-BCC5-C1B0E96FE99D}"/>
              </a:ext>
            </a:extLst>
          </p:cNvPr>
          <p:cNvSpPr/>
          <p:nvPr/>
        </p:nvSpPr>
        <p:spPr>
          <a:xfrm>
            <a:off x="2439233" y="1538142"/>
            <a:ext cx="1408211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6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B0555B84-B2B3-11CA-C1D8-B358968C03CC}"/>
              </a:ext>
            </a:extLst>
          </p:cNvPr>
          <p:cNvSpPr/>
          <p:nvPr/>
        </p:nvSpPr>
        <p:spPr>
          <a:xfrm>
            <a:off x="10032238" y="2079758"/>
            <a:ext cx="1599576" cy="957329"/>
          </a:xfrm>
          <a:prstGeom prst="roundRect">
            <a:avLst>
              <a:gd name="adj" fmla="val 13150"/>
            </a:avLst>
          </a:prstGeom>
          <a:ln w="25400">
            <a:solidFill>
              <a:srgbClr val="DC002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D3CC656E-B544-1378-911C-EE61EE6C723F}"/>
              </a:ext>
            </a:extLst>
          </p:cNvPr>
          <p:cNvSpPr/>
          <p:nvPr/>
        </p:nvSpPr>
        <p:spPr>
          <a:xfrm>
            <a:off x="5398477" y="1420465"/>
            <a:ext cx="1961409" cy="1532608"/>
          </a:xfrm>
          <a:prstGeom prst="roundRect">
            <a:avLst>
              <a:gd name="adj" fmla="val 13150"/>
            </a:avLst>
          </a:prstGeom>
          <a:ln w="25400">
            <a:solidFill>
              <a:srgbClr val="DC002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prstClr val="black"/>
                </a:solidFill>
                <a:latin typeface="Catalana Sans" panose="02000000000000020000" pitchFamily="50" charset="0"/>
              </a:rPr>
              <a:t>Acompañamiento usuarios por grupos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6560F35-63CD-E326-31BD-F7A670AC54E4}"/>
              </a:ext>
            </a:extLst>
          </p:cNvPr>
          <p:cNvSpPr/>
          <p:nvPr/>
        </p:nvSpPr>
        <p:spPr>
          <a:xfrm>
            <a:off x="8076883" y="2126227"/>
            <a:ext cx="1599576" cy="913777"/>
          </a:xfrm>
          <a:prstGeom prst="roundRect">
            <a:avLst>
              <a:gd name="adj" fmla="val 13150"/>
            </a:avLst>
          </a:prstGeom>
          <a:ln w="25400">
            <a:solidFill>
              <a:srgbClr val="DC002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902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5AC56-83F0-9BE8-1B4F-AC372B53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2B85A-949B-0377-1EBF-FBF97214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969316"/>
            <a:ext cx="10512000" cy="34710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2000" spc="60">
                <a:solidFill>
                  <a:schemeClr val="tx1"/>
                </a:solidFill>
              </a:rPr>
              <a:t>Métricas</a:t>
            </a:r>
            <a:endParaRPr lang="es-ES" sz="1800" b="0" spc="60">
              <a:solidFill>
                <a:schemeClr val="tx1"/>
              </a:solidFill>
              <a:latin typeface="Catalana Sans" panose="02000000000000020000" pitchFamily="50" charset="0"/>
              <a:ea typeface="Catalana Sans" panose="02000000000000020000" pitchFamily="50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790484-EB71-EB9E-1FD1-3D197C8AE809}"/>
              </a:ext>
            </a:extLst>
          </p:cNvPr>
          <p:cNvSpPr txBox="1"/>
          <p:nvPr/>
        </p:nvSpPr>
        <p:spPr>
          <a:xfrm>
            <a:off x="611400" y="1552903"/>
            <a:ext cx="1004609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ES" sz="1600" b="1" err="1"/>
              <a:t>KPIs</a:t>
            </a:r>
            <a:endParaRPr lang="es-ES" sz="1600" b="1"/>
          </a:p>
          <a:p>
            <a:endParaRPr lang="es-ES" sz="1600"/>
          </a:p>
          <a:p>
            <a:r>
              <a:rPr lang="es-ES" sz="1600"/>
              <a:t>Establecer los siguientes </a:t>
            </a:r>
            <a:r>
              <a:rPr lang="es-ES" sz="1600" err="1"/>
              <a:t>KPIs</a:t>
            </a:r>
            <a:r>
              <a:rPr lang="es-ES" sz="1600"/>
              <a:t> para medir el avance de la implantación:</a:t>
            </a:r>
          </a:p>
          <a:p>
            <a:endParaRPr lang="es-ES" sz="1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/>
              <a:t>Usuarios activos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/>
              <a:t>Número de consultas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/>
              <a:t>Uso por tecnología</a:t>
            </a:r>
          </a:p>
          <a:p>
            <a:pPr marL="342900" indent="-342900">
              <a:buAutoNum type="arabicPeriod"/>
            </a:pPr>
            <a:endParaRPr lang="es-ES" sz="1600"/>
          </a:p>
          <a:p>
            <a:r>
              <a:rPr lang="es-ES" sz="1600" b="1"/>
              <a:t>2. Datos subjetivos</a:t>
            </a:r>
          </a:p>
          <a:p>
            <a:endParaRPr lang="es-ES" sz="1600"/>
          </a:p>
          <a:p>
            <a:r>
              <a:rPr lang="es-ES" sz="1600"/>
              <a:t>Medir el grado de uso, ahorro de trabajo percibido, etc., de los usuarios. Se realizarán encuestas por diversos canales:</a:t>
            </a:r>
          </a:p>
          <a:p>
            <a:endParaRPr lang="es-ES" sz="1600"/>
          </a:p>
          <a:p>
            <a:pPr marL="285750" indent="-285750">
              <a:buFontTx/>
              <a:buChar char="-"/>
            </a:pPr>
            <a:r>
              <a:rPr lang="es-ES" sz="1600" err="1"/>
              <a:t>Teams</a:t>
            </a:r>
            <a:r>
              <a:rPr lang="es-ES" sz="1600"/>
              <a:t> – “</a:t>
            </a:r>
            <a:r>
              <a:rPr lang="es-ES" sz="1600" err="1"/>
              <a:t>champions</a:t>
            </a:r>
            <a:r>
              <a:rPr lang="es-ES" sz="1600"/>
              <a:t>”</a:t>
            </a:r>
          </a:p>
          <a:p>
            <a:pPr marL="285750" indent="-285750">
              <a:buFontTx/>
              <a:buChar char="-"/>
            </a:pPr>
            <a:r>
              <a:rPr lang="es-ES" sz="1600"/>
              <a:t>Equipos - Mails</a:t>
            </a:r>
          </a:p>
          <a:p>
            <a:pPr marL="285750" indent="-285750">
              <a:buFontTx/>
              <a:buChar char="-"/>
            </a:pPr>
            <a:endParaRPr lang="es-ES" sz="1600"/>
          </a:p>
          <a:p>
            <a:pPr marL="285750" indent="-285750">
              <a:buFontTx/>
              <a:buChar char="-"/>
            </a:pP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183824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656771"/>
      </p:ext>
    </p:extLst>
  </p:cSld>
  <p:clrMapOvr>
    <a:masterClrMapping/>
  </p:clrMapOvr>
</p:sld>
</file>

<file path=ppt/theme/theme1.xml><?xml version="1.0" encoding="utf-8"?>
<a:theme xmlns:a="http://schemas.openxmlformats.org/drawingml/2006/main" name="Página principal">
  <a:themeElements>
    <a:clrScheme name="Catalana Occidente">
      <a:dk1>
        <a:srgbClr val="202020"/>
      </a:dk1>
      <a:lt1>
        <a:sysClr val="window" lastClr="FFFFFF"/>
      </a:lt1>
      <a:dk2>
        <a:srgbClr val="202020"/>
      </a:dk2>
      <a:lt2>
        <a:srgbClr val="E7E6E6"/>
      </a:lt2>
      <a:accent1>
        <a:srgbClr val="DC0028"/>
      </a:accent1>
      <a:accent2>
        <a:srgbClr val="BEBEBE"/>
      </a:accent2>
      <a:accent3>
        <a:srgbClr val="D99694"/>
      </a:accent3>
      <a:accent4>
        <a:srgbClr val="EBEBEB"/>
      </a:accent4>
      <a:accent5>
        <a:srgbClr val="91827C"/>
      </a:accent5>
      <a:accent6>
        <a:srgbClr val="953735"/>
      </a:accent6>
      <a:hlink>
        <a:srgbClr val="0563C1"/>
      </a:hlink>
      <a:folHlink>
        <a:srgbClr val="954F72"/>
      </a:folHlink>
    </a:clrScheme>
    <a:fontScheme name="Catalana Occidente">
      <a:majorFont>
        <a:latin typeface="Catalana"/>
        <a:ea typeface=""/>
        <a:cs typeface=""/>
      </a:majorFont>
      <a:minorFont>
        <a:latin typeface="Catal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3.xml><?xml version="1.0" encoding="utf-8"?>
<a:theme xmlns:a="http://schemas.openxmlformats.org/drawingml/2006/main" name="2_Página principal">
  <a:themeElements>
    <a:clrScheme name="Catalana Occidente">
      <a:dk1>
        <a:srgbClr val="202020"/>
      </a:dk1>
      <a:lt1>
        <a:sysClr val="window" lastClr="FFFFFF"/>
      </a:lt1>
      <a:dk2>
        <a:srgbClr val="202020"/>
      </a:dk2>
      <a:lt2>
        <a:srgbClr val="E7E6E6"/>
      </a:lt2>
      <a:accent1>
        <a:srgbClr val="DC0028"/>
      </a:accent1>
      <a:accent2>
        <a:srgbClr val="BEBEBE"/>
      </a:accent2>
      <a:accent3>
        <a:srgbClr val="D99694"/>
      </a:accent3>
      <a:accent4>
        <a:srgbClr val="EBEBEB"/>
      </a:accent4>
      <a:accent5>
        <a:srgbClr val="91827C"/>
      </a:accent5>
      <a:accent6>
        <a:srgbClr val="953735"/>
      </a:accent6>
      <a:hlink>
        <a:srgbClr val="0563C1"/>
      </a:hlink>
      <a:folHlink>
        <a:srgbClr val="954F72"/>
      </a:folHlink>
    </a:clrScheme>
    <a:fontScheme name="Catalana Occidente">
      <a:majorFont>
        <a:latin typeface="Catalana"/>
        <a:ea typeface=""/>
        <a:cs typeface=""/>
      </a:majorFont>
      <a:minorFont>
        <a:latin typeface="Catal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17120697885EB4FAE020E76338B26F3" ma:contentTypeVersion="7" ma:contentTypeDescription="Crear nuevo documento." ma:contentTypeScope="" ma:versionID="7c8a286a1188bf96d2c4cb48660956c0">
  <xsd:schema xmlns:xsd="http://www.w3.org/2001/XMLSchema" xmlns:xs="http://www.w3.org/2001/XMLSchema" xmlns:p="http://schemas.microsoft.com/office/2006/metadata/properties" xmlns:ns2="b5a8c06b-3725-4aa5-89c4-248e9161e19b" targetNamespace="http://schemas.microsoft.com/office/2006/metadata/properties" ma:root="true" ma:fieldsID="1781f5f91ec18bdbb299a9143d594ad3" ns2:_="">
    <xsd:import namespace="b5a8c06b-3725-4aa5-89c4-248e9161e1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8c06b-3725-4aa5-89c4-248e9161e1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AB1E61-0E1D-4A3B-9D8E-EE545EC984BB}">
  <ds:schemaRefs>
    <ds:schemaRef ds:uri="b5a8c06b-3725-4aa5-89c4-248e9161e1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12B614-6205-4882-AF59-4787D000CF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001301-579B-489D-9417-46D1E2752BDD}">
  <ds:schemaRefs>
    <ds:schemaRef ds:uri="b5a8c06b-3725-4aa5-89c4-248e9161e1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03f3f97-b4bb-4c4f-a25a-230231e3891f}" enabled="0" method="" siteId="{a03f3f97-b4bb-4c4f-a25a-230231e389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Página principal</vt:lpstr>
      <vt:lpstr>Personalizar</vt:lpstr>
      <vt:lpstr>2_Página principal</vt:lpstr>
      <vt:lpstr>PowerPoint Presentation</vt:lpstr>
      <vt:lpstr>PowerPoint Presentation</vt:lpstr>
      <vt:lpstr>Realizado hasta ahora </vt:lpstr>
      <vt:lpstr>Plan de Acción</vt:lpstr>
      <vt:lpstr>Siguiente Fase</vt:lpstr>
      <vt:lpstr>PowerPoint Presentation</vt:lpstr>
      <vt:lpstr>Shadowing – Auditoría de usuarios</vt:lpstr>
      <vt:lpstr>Shadowing – Selección</vt:lpstr>
      <vt:lpstr>PowerPoint Presentation</vt:lpstr>
      <vt:lpstr>Métricas</vt:lpstr>
      <vt:lpstr>PowerPoint Presentation</vt:lpstr>
    </vt:vector>
  </TitlesOfParts>
  <Company>Grupo Catalana Occidente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Pinat, Juan Ramon</dc:creator>
  <cp:revision>31</cp:revision>
  <dcterms:created xsi:type="dcterms:W3CDTF">2024-11-14T07:43:21Z</dcterms:created>
  <dcterms:modified xsi:type="dcterms:W3CDTF">2026-03-08T22:40:39Z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0x010100117120697885EB4FAE020E76338B26F3</vt:lpwstr>
  </property>
  <property fmtid="{D5CDD505-2E9C-101B-9397-08002B2CF9AE}" pid="3" name="MediaServiceImageTags">
    <vt:lpwstr/>
  </property>
</Properties>
</file>